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3" r:id="rId3"/>
  </p:sldMasterIdLst>
  <p:notesMasterIdLst>
    <p:notesMasterId r:id="rId15"/>
  </p:notesMasterIdLst>
  <p:sldIdLst>
    <p:sldId id="269" r:id="rId4"/>
    <p:sldId id="303" r:id="rId5"/>
    <p:sldId id="287" r:id="rId6"/>
    <p:sldId id="289" r:id="rId7"/>
    <p:sldId id="301" r:id="rId8"/>
    <p:sldId id="283" r:id="rId9"/>
    <p:sldId id="305" r:id="rId10"/>
    <p:sldId id="295" r:id="rId11"/>
    <p:sldId id="306" r:id="rId12"/>
    <p:sldId id="290" r:id="rId13"/>
    <p:sldId id="304"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rategy" id="{BC78A80A-D788-4178-AABF-A0C051CA0C06}">
          <p14:sldIdLst>
            <p14:sldId id="269"/>
            <p14:sldId id="303"/>
            <p14:sldId id="287"/>
            <p14:sldId id="289"/>
            <p14:sldId id="301"/>
          </p14:sldIdLst>
        </p14:section>
        <p14:section name="90-Day Plan" id="{7B34B016-ACFF-427A-BACB-C408E17C44D6}">
          <p14:sldIdLst>
            <p14:sldId id="283"/>
            <p14:sldId id="305"/>
          </p14:sldIdLst>
        </p14:section>
        <p14:section name="Go-to-Market Engines" id="{7217427A-0205-46F7-9606-34B80E089B05}">
          <p14:sldIdLst>
            <p14:sldId id="295"/>
            <p14:sldId id="306"/>
          </p14:sldIdLst>
        </p14:section>
        <p14:section name="Appendix" id="{833F983C-457C-404E-85FC-299FED23BE7A}">
          <p14:sldIdLst>
            <p14:sldId id="290"/>
            <p14:sldId id="304"/>
          </p14:sldIdLst>
        </p14:section>
        <p14:section name="Author Profile" id="{459AC1B2-5620-455D-8B44-902F6010D5A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6EC058-8456-4027-AD90-4B617BF2E8E0}" v="17" dt="2026-08-15T06:55:59.2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21"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m Singh" userId="e52e9ba4b5bcdf08" providerId="LiveId" clId="{341AFF7A-C5CD-4491-9020-97A9030EB6ED}"/>
    <pc:docChg chg="undo custSel addSld delSld modSld sldOrd modNotesMaster">
      <pc:chgData name="Shivam Singh" userId="e52e9ba4b5bcdf08" providerId="LiveId" clId="{341AFF7A-C5CD-4491-9020-97A9030EB6ED}" dt="2026-08-15T06:56:18.102" v="223"/>
      <pc:docMkLst>
        <pc:docMk/>
      </pc:docMkLst>
      <pc:sldChg chg="addSp delSp modSp del mod">
        <pc:chgData name="Shivam Singh" userId="e52e9ba4b5bcdf08" providerId="LiveId" clId="{341AFF7A-C5CD-4491-9020-97A9030EB6ED}" dt="2026-08-15T06:41:07.439" v="79" actId="2696"/>
        <pc:sldMkLst>
          <pc:docMk/>
          <pc:sldMk cId="0" sldId="256"/>
        </pc:sldMkLst>
        <pc:spChg chg="mod">
          <ac:chgData name="Shivam Singh" userId="e52e9ba4b5bcdf08" providerId="LiveId" clId="{341AFF7A-C5CD-4491-9020-97A9030EB6ED}" dt="2026-08-15T06:31:48.831" v="1" actId="26606"/>
          <ac:spMkLst>
            <pc:docMk/>
            <pc:sldMk cId="0" sldId="256"/>
            <ac:spMk id="3" creationId="{00000000-0000-0000-0000-000000000000}"/>
          </ac:spMkLst>
        </pc:spChg>
        <pc:spChg chg="mod">
          <ac:chgData name="Shivam Singh" userId="e52e9ba4b5bcdf08" providerId="LiveId" clId="{341AFF7A-C5CD-4491-9020-97A9030EB6ED}" dt="2026-08-15T06:31:48.831" v="1" actId="26606"/>
          <ac:spMkLst>
            <pc:docMk/>
            <pc:sldMk cId="0" sldId="256"/>
            <ac:spMk id="8" creationId="{00000000-0000-0000-0000-000000000000}"/>
          </ac:spMkLst>
        </pc:spChg>
        <pc:spChg chg="mod">
          <ac:chgData name="Shivam Singh" userId="e52e9ba4b5bcdf08" providerId="LiveId" clId="{341AFF7A-C5CD-4491-9020-97A9030EB6ED}" dt="2026-08-15T06:31:48.831" v="1" actId="26606"/>
          <ac:spMkLst>
            <pc:docMk/>
            <pc:sldMk cId="0" sldId="256"/>
            <ac:spMk id="11" creationId="{00000000-0000-0000-0000-000000000000}"/>
          </ac:spMkLst>
        </pc:spChg>
        <pc:spChg chg="mod">
          <ac:chgData name="Shivam Singh" userId="e52e9ba4b5bcdf08" providerId="LiveId" clId="{341AFF7A-C5CD-4491-9020-97A9030EB6ED}" dt="2026-08-15T06:31:48.831" v="1" actId="26606"/>
          <ac:spMkLst>
            <pc:docMk/>
            <pc:sldMk cId="0" sldId="256"/>
            <ac:spMk id="15" creationId="{00000000-0000-0000-0000-000000000000}"/>
          </ac:spMkLst>
        </pc:spChg>
        <pc:spChg chg="mod">
          <ac:chgData name="Shivam Singh" userId="e52e9ba4b5bcdf08" providerId="LiveId" clId="{341AFF7A-C5CD-4491-9020-97A9030EB6ED}" dt="2026-08-15T06:31:48.831" v="1" actId="26606"/>
          <ac:spMkLst>
            <pc:docMk/>
            <pc:sldMk cId="0" sldId="256"/>
            <ac:spMk id="16" creationId="{00000000-0000-0000-0000-000000000000}"/>
          </ac:spMkLst>
        </pc:spChg>
        <pc:spChg chg="mod">
          <ac:chgData name="Shivam Singh" userId="e52e9ba4b5bcdf08" providerId="LiveId" clId="{341AFF7A-C5CD-4491-9020-97A9030EB6ED}" dt="2026-08-15T06:31:48.831" v="1" actId="26606"/>
          <ac:spMkLst>
            <pc:docMk/>
            <pc:sldMk cId="0" sldId="256"/>
            <ac:spMk id="27" creationId="{00000000-0000-0000-0000-000000000000}"/>
          </ac:spMkLst>
        </pc:spChg>
        <pc:spChg chg="del">
          <ac:chgData name="Shivam Singh" userId="e52e9ba4b5bcdf08" providerId="LiveId" clId="{341AFF7A-C5CD-4491-9020-97A9030EB6ED}" dt="2026-08-15T06:31:48.831" v="1" actId="26606"/>
          <ac:spMkLst>
            <pc:docMk/>
            <pc:sldMk cId="0" sldId="256"/>
            <ac:spMk id="41" creationId="{00000000-0000-0000-0000-000000000000}"/>
          </ac:spMkLst>
        </pc:spChg>
        <pc:spChg chg="del">
          <ac:chgData name="Shivam Singh" userId="e52e9ba4b5bcdf08" providerId="LiveId" clId="{341AFF7A-C5CD-4491-9020-97A9030EB6ED}" dt="2026-08-15T06:31:48.831" v="1" actId="26606"/>
          <ac:spMkLst>
            <pc:docMk/>
            <pc:sldMk cId="0" sldId="256"/>
            <ac:spMk id="44" creationId="{00000000-0000-0000-0000-000000000000}"/>
          </ac:spMkLst>
        </pc:spChg>
        <pc:spChg chg="del">
          <ac:chgData name="Shivam Singh" userId="e52e9ba4b5bcdf08" providerId="LiveId" clId="{341AFF7A-C5CD-4491-9020-97A9030EB6ED}" dt="2026-08-15T06:31:48.831" v="1" actId="26606"/>
          <ac:spMkLst>
            <pc:docMk/>
            <pc:sldMk cId="0" sldId="256"/>
            <ac:spMk id="46" creationId="{00000000-0000-0000-0000-000000000000}"/>
          </ac:spMkLst>
        </pc:spChg>
        <pc:spChg chg="del mod replId">
          <ac:chgData name="Shivam Singh" userId="e52e9ba4b5bcdf08" providerId="LiveId" clId="{341AFF7A-C5CD-4491-9020-97A9030EB6ED}" dt="2026-08-15T06:31:48.831" v="1" actId="26606"/>
          <ac:spMkLst>
            <pc:docMk/>
            <pc:sldMk cId="0" sldId="256"/>
            <ac:spMk id="51" creationId="{00000000-0000-0000-0000-000000000000}"/>
          </ac:spMkLst>
        </pc:spChg>
        <pc:spChg chg="mod replId">
          <ac:chgData name="Shivam Singh" userId="e52e9ba4b5bcdf08" providerId="LiveId" clId="{341AFF7A-C5CD-4491-9020-97A9030EB6ED}" dt="2026-08-15T06:31:47.763" v="0" actId="26606"/>
          <ac:spMkLst>
            <pc:docMk/>
            <pc:sldMk cId="0" sldId="256"/>
            <ac:spMk id="52" creationId="{00000000-0000-0000-0000-000000000000}"/>
          </ac:spMkLst>
        </pc:spChg>
        <pc:spChg chg="mod replId">
          <ac:chgData name="Shivam Singh" userId="e52e9ba4b5bcdf08" providerId="LiveId" clId="{341AFF7A-C5CD-4491-9020-97A9030EB6ED}" dt="2026-08-15T06:31:47.763" v="0" actId="26606"/>
          <ac:spMkLst>
            <pc:docMk/>
            <pc:sldMk cId="0" sldId="256"/>
            <ac:spMk id="53" creationId="{00000000-0000-0000-0000-000000000000}"/>
          </ac:spMkLst>
        </pc:spChg>
        <pc:spChg chg="mod replId">
          <ac:chgData name="Shivam Singh" userId="e52e9ba4b5bcdf08" providerId="LiveId" clId="{341AFF7A-C5CD-4491-9020-97A9030EB6ED}" dt="2026-08-15T06:31:47.763" v="0" actId="26606"/>
          <ac:spMkLst>
            <pc:docMk/>
            <pc:sldMk cId="0" sldId="256"/>
            <ac:spMk id="54" creationId="{00000000-0000-0000-0000-000000000000}"/>
          </ac:spMkLst>
        </pc:spChg>
        <pc:spChg chg="mod replId">
          <ac:chgData name="Shivam Singh" userId="e52e9ba4b5bcdf08" providerId="LiveId" clId="{341AFF7A-C5CD-4491-9020-97A9030EB6ED}" dt="2026-08-15T06:31:47.763" v="0" actId="26606"/>
          <ac:spMkLst>
            <pc:docMk/>
            <pc:sldMk cId="0" sldId="256"/>
            <ac:spMk id="55" creationId="{00000000-0000-0000-0000-000000000000}"/>
          </ac:spMkLst>
        </pc:spChg>
        <pc:spChg chg="mod replId">
          <ac:chgData name="Shivam Singh" userId="e52e9ba4b5bcdf08" providerId="LiveId" clId="{341AFF7A-C5CD-4491-9020-97A9030EB6ED}" dt="2026-08-15T06:31:47.763" v="0" actId="26606"/>
          <ac:spMkLst>
            <pc:docMk/>
            <pc:sldMk cId="0" sldId="256"/>
            <ac:spMk id="56" creationId="{00000000-0000-0000-0000-000000000000}"/>
          </ac:spMkLst>
        </pc:spChg>
        <pc:spChg chg="mod replId">
          <ac:chgData name="Shivam Singh" userId="e52e9ba4b5bcdf08" providerId="LiveId" clId="{341AFF7A-C5CD-4491-9020-97A9030EB6ED}" dt="2026-08-15T06:31:47.763" v="0" actId="26606"/>
          <ac:spMkLst>
            <pc:docMk/>
            <pc:sldMk cId="0" sldId="256"/>
            <ac:spMk id="57" creationId="{00000000-0000-0000-0000-000000000000}"/>
          </ac:spMkLst>
        </pc:spChg>
        <pc:spChg chg="mod replId">
          <ac:chgData name="Shivam Singh" userId="e52e9ba4b5bcdf08" providerId="LiveId" clId="{341AFF7A-C5CD-4491-9020-97A9030EB6ED}" dt="2026-08-15T06:31:47.763" v="0" actId="26606"/>
          <ac:spMkLst>
            <pc:docMk/>
            <pc:sldMk cId="0" sldId="256"/>
            <ac:spMk id="58" creationId="{00000000-0000-0000-0000-000000000000}"/>
          </ac:spMkLst>
        </pc:spChg>
        <pc:picChg chg="mod replId">
          <ac:chgData name="Shivam Singh" userId="e52e9ba4b5bcdf08" providerId="LiveId" clId="{341AFF7A-C5CD-4491-9020-97A9030EB6ED}" dt="2026-08-15T06:31:47.763" v="0" actId="26606"/>
          <ac:picMkLst>
            <pc:docMk/>
            <pc:sldMk cId="0" sldId="256"/>
            <ac:picMk id="50" creationId="{00000000-0000-0000-0000-000000000000}"/>
          </ac:picMkLst>
        </pc:picChg>
      </pc:sldChg>
      <pc:sldChg chg="modSp add mod">
        <pc:chgData name="Shivam Singh" userId="e52e9ba4b5bcdf08" providerId="LiveId" clId="{341AFF7A-C5CD-4491-9020-97A9030EB6ED}" dt="2026-08-15T06:52:05.400" v="139" actId="26606"/>
        <pc:sldMkLst>
          <pc:docMk/>
          <pc:sldMk cId="712490143" sldId="256"/>
        </pc:sldMkLst>
        <pc:spChg chg="mod">
          <ac:chgData name="Shivam Singh" userId="e52e9ba4b5bcdf08" providerId="LiveId" clId="{341AFF7A-C5CD-4491-9020-97A9030EB6ED}" dt="2026-08-15T06:52:05.400" v="139" actId="26606"/>
          <ac:spMkLst>
            <pc:docMk/>
            <pc:sldMk cId="712490143" sldId="256"/>
            <ac:spMk id="31" creationId="{0C7BEF25-A2E2-6855-15D7-7A9197997596}"/>
          </ac:spMkLst>
        </pc:spChg>
        <pc:spChg chg="mod">
          <ac:chgData name="Shivam Singh" userId="e52e9ba4b5bcdf08" providerId="LiveId" clId="{341AFF7A-C5CD-4491-9020-97A9030EB6ED}" dt="2026-08-15T06:52:05.400" v="139" actId="26606"/>
          <ac:spMkLst>
            <pc:docMk/>
            <pc:sldMk cId="712490143" sldId="256"/>
            <ac:spMk id="32" creationId="{85B66BF0-1952-CF0D-6E5A-708E999447AB}"/>
          </ac:spMkLst>
        </pc:spChg>
      </pc:sldChg>
      <pc:sldChg chg="add del setBg">
        <pc:chgData name="Shivam Singh" userId="e52e9ba4b5bcdf08" providerId="LiveId" clId="{341AFF7A-C5CD-4491-9020-97A9030EB6ED}" dt="2026-08-15T06:41:22.616" v="83"/>
        <pc:sldMkLst>
          <pc:docMk/>
          <pc:sldMk cId="1842778677" sldId="256"/>
        </pc:sldMkLst>
      </pc:sldChg>
      <pc:sldChg chg="add del setBg">
        <pc:chgData name="Shivam Singh" userId="e52e9ba4b5bcdf08" providerId="LiveId" clId="{341AFF7A-C5CD-4491-9020-97A9030EB6ED}" dt="2026-08-15T06:41:18.800" v="81"/>
        <pc:sldMkLst>
          <pc:docMk/>
          <pc:sldMk cId="2166946978" sldId="256"/>
        </pc:sldMkLst>
      </pc:sldChg>
      <pc:sldChg chg="addSp delSp modSp mod ord">
        <pc:chgData name="Shivam Singh" userId="e52e9ba4b5bcdf08" providerId="LiveId" clId="{341AFF7A-C5CD-4491-9020-97A9030EB6ED}" dt="2026-08-15T06:56:18.102" v="223"/>
        <pc:sldMkLst>
          <pc:docMk/>
          <pc:sldMk cId="0" sldId="257"/>
        </pc:sldMkLst>
        <pc:spChg chg="mod">
          <ac:chgData name="Shivam Singh" userId="e52e9ba4b5bcdf08" providerId="LiveId" clId="{341AFF7A-C5CD-4491-9020-97A9030EB6ED}" dt="2026-08-15T06:55:35.246" v="219" actId="20577"/>
          <ac:spMkLst>
            <pc:docMk/>
            <pc:sldMk cId="0" sldId="257"/>
            <ac:spMk id="2" creationId="{00000000-0000-0000-0000-000000000000}"/>
          </ac:spMkLst>
        </pc:spChg>
        <pc:spChg chg="mod">
          <ac:chgData name="Shivam Singh" userId="e52e9ba4b5bcdf08" providerId="LiveId" clId="{341AFF7A-C5CD-4491-9020-97A9030EB6ED}" dt="2026-08-15T06:55:59.275" v="220"/>
          <ac:spMkLst>
            <pc:docMk/>
            <pc:sldMk cId="0" sldId="257"/>
            <ac:spMk id="3" creationId="{00000000-0000-0000-0000-000000000000}"/>
          </ac:spMkLst>
        </pc:spChg>
        <pc:spChg chg="mod">
          <ac:chgData name="Shivam Singh" userId="e52e9ba4b5bcdf08" providerId="LiveId" clId="{341AFF7A-C5CD-4491-9020-97A9030EB6ED}" dt="2026-08-15T06:52:05.400" v="139" actId="26606"/>
          <ac:spMkLst>
            <pc:docMk/>
            <pc:sldMk cId="0" sldId="257"/>
            <ac:spMk id="8" creationId="{00000000-0000-0000-0000-000000000000}"/>
          </ac:spMkLst>
        </pc:spChg>
        <pc:spChg chg="mod">
          <ac:chgData name="Shivam Singh" userId="e52e9ba4b5bcdf08" providerId="LiveId" clId="{341AFF7A-C5CD-4491-9020-97A9030EB6ED}" dt="2026-08-15T06:31:48.831" v="1" actId="26606"/>
          <ac:spMkLst>
            <pc:docMk/>
            <pc:sldMk cId="0" sldId="257"/>
            <ac:spMk id="9" creationId="{00000000-0000-0000-0000-000000000000}"/>
          </ac:spMkLst>
        </pc:spChg>
        <pc:spChg chg="mod">
          <ac:chgData name="Shivam Singh" userId="e52e9ba4b5bcdf08" providerId="LiveId" clId="{341AFF7A-C5CD-4491-9020-97A9030EB6ED}" dt="2026-08-15T06:31:48.831" v="1" actId="26606"/>
          <ac:spMkLst>
            <pc:docMk/>
            <pc:sldMk cId="0" sldId="257"/>
            <ac:spMk id="10" creationId="{00000000-0000-0000-0000-000000000000}"/>
          </ac:spMkLst>
        </pc:spChg>
        <pc:spChg chg="mod">
          <ac:chgData name="Shivam Singh" userId="e52e9ba4b5bcdf08" providerId="LiveId" clId="{341AFF7A-C5CD-4491-9020-97A9030EB6ED}" dt="2026-08-15T06:52:05.400" v="139" actId="26606"/>
          <ac:spMkLst>
            <pc:docMk/>
            <pc:sldMk cId="0" sldId="257"/>
            <ac:spMk id="11" creationId="{00000000-0000-0000-0000-000000000000}"/>
          </ac:spMkLst>
        </pc:spChg>
        <pc:spChg chg="mod">
          <ac:chgData name="Shivam Singh" userId="e52e9ba4b5bcdf08" providerId="LiveId" clId="{341AFF7A-C5CD-4491-9020-97A9030EB6ED}" dt="2026-08-15T06:52:05.400" v="139" actId="26606"/>
          <ac:spMkLst>
            <pc:docMk/>
            <pc:sldMk cId="0" sldId="257"/>
            <ac:spMk id="14" creationId="{00000000-0000-0000-0000-000000000000}"/>
          </ac:spMkLst>
        </pc:spChg>
        <pc:spChg chg="mod">
          <ac:chgData name="Shivam Singh" userId="e52e9ba4b5bcdf08" providerId="LiveId" clId="{341AFF7A-C5CD-4491-9020-97A9030EB6ED}" dt="2026-08-15T06:31:48.831" v="1" actId="26606"/>
          <ac:spMkLst>
            <pc:docMk/>
            <pc:sldMk cId="0" sldId="257"/>
            <ac:spMk id="15" creationId="{00000000-0000-0000-0000-000000000000}"/>
          </ac:spMkLst>
        </pc:spChg>
        <pc:spChg chg="mod">
          <ac:chgData name="Shivam Singh" userId="e52e9ba4b5bcdf08" providerId="LiveId" clId="{341AFF7A-C5CD-4491-9020-97A9030EB6ED}" dt="2026-08-15T06:52:05.400" v="139" actId="26606"/>
          <ac:spMkLst>
            <pc:docMk/>
            <pc:sldMk cId="0" sldId="257"/>
            <ac:spMk id="17" creationId="{00000000-0000-0000-0000-000000000000}"/>
          </ac:spMkLst>
        </pc:spChg>
        <pc:spChg chg="mod">
          <ac:chgData name="Shivam Singh" userId="e52e9ba4b5bcdf08" providerId="LiveId" clId="{341AFF7A-C5CD-4491-9020-97A9030EB6ED}" dt="2026-08-15T06:52:05.400" v="139" actId="26606"/>
          <ac:spMkLst>
            <pc:docMk/>
            <pc:sldMk cId="0" sldId="257"/>
            <ac:spMk id="20" creationId="{00000000-0000-0000-0000-000000000000}"/>
          </ac:spMkLst>
        </pc:spChg>
        <pc:spChg chg="mod">
          <ac:chgData name="Shivam Singh" userId="e52e9ba4b5bcdf08" providerId="LiveId" clId="{341AFF7A-C5CD-4491-9020-97A9030EB6ED}" dt="2026-08-15T06:52:05.400" v="139" actId="26606"/>
          <ac:spMkLst>
            <pc:docMk/>
            <pc:sldMk cId="0" sldId="257"/>
            <ac:spMk id="23" creationId="{00000000-0000-0000-0000-000000000000}"/>
          </ac:spMkLst>
        </pc:spChg>
        <pc:spChg chg="del">
          <ac:chgData name="Shivam Singh" userId="e52e9ba4b5bcdf08" providerId="LiveId" clId="{341AFF7A-C5CD-4491-9020-97A9030EB6ED}" dt="2026-08-15T06:53:04.041" v="153" actId="478"/>
          <ac:spMkLst>
            <pc:docMk/>
            <pc:sldMk cId="0" sldId="257"/>
            <ac:spMk id="25" creationId="{00000000-0000-0000-0000-000000000000}"/>
          </ac:spMkLst>
        </pc:spChg>
        <pc:spChg chg="del mod">
          <ac:chgData name="Shivam Singh" userId="e52e9ba4b5bcdf08" providerId="LiveId" clId="{341AFF7A-C5CD-4491-9020-97A9030EB6ED}" dt="2026-08-15T06:54:52.202" v="182" actId="478"/>
          <ac:spMkLst>
            <pc:docMk/>
            <pc:sldMk cId="0" sldId="257"/>
            <ac:spMk id="27" creationId="{00000000-0000-0000-0000-000000000000}"/>
          </ac:spMkLst>
        </pc:spChg>
        <pc:spChg chg="del mod">
          <ac:chgData name="Shivam Singh" userId="e52e9ba4b5bcdf08" providerId="LiveId" clId="{341AFF7A-C5CD-4491-9020-97A9030EB6ED}" dt="2026-08-15T06:54:50.402" v="180" actId="478"/>
          <ac:spMkLst>
            <pc:docMk/>
            <pc:sldMk cId="0" sldId="257"/>
            <ac:spMk id="28" creationId="{00000000-0000-0000-0000-000000000000}"/>
          </ac:spMkLst>
        </pc:spChg>
        <pc:spChg chg="del mod">
          <ac:chgData name="Shivam Singh" userId="e52e9ba4b5bcdf08" providerId="LiveId" clId="{341AFF7A-C5CD-4491-9020-97A9030EB6ED}" dt="2026-08-15T06:54:58.862" v="186" actId="478"/>
          <ac:spMkLst>
            <pc:docMk/>
            <pc:sldMk cId="0" sldId="257"/>
            <ac:spMk id="29" creationId="{00000000-0000-0000-0000-000000000000}"/>
          </ac:spMkLst>
        </pc:spChg>
        <pc:spChg chg="mod">
          <ac:chgData name="Shivam Singh" userId="e52e9ba4b5bcdf08" providerId="LiveId" clId="{341AFF7A-C5CD-4491-9020-97A9030EB6ED}" dt="2026-08-15T06:52:05.400" v="139" actId="26606"/>
          <ac:spMkLst>
            <pc:docMk/>
            <pc:sldMk cId="0" sldId="257"/>
            <ac:spMk id="30" creationId="{00000000-0000-0000-0000-000000000000}"/>
          </ac:spMkLst>
        </pc:spChg>
        <pc:spChg chg="mod">
          <ac:chgData name="Shivam Singh" userId="e52e9ba4b5bcdf08" providerId="LiveId" clId="{341AFF7A-C5CD-4491-9020-97A9030EB6ED}" dt="2026-08-15T06:52:05.400" v="139" actId="26606"/>
          <ac:spMkLst>
            <pc:docMk/>
            <pc:sldMk cId="0" sldId="257"/>
            <ac:spMk id="34" creationId="{00000000-0000-0000-0000-000000000000}"/>
          </ac:spMkLst>
        </pc:spChg>
        <pc:spChg chg="del">
          <ac:chgData name="Shivam Singh" userId="e52e9ba4b5bcdf08" providerId="LiveId" clId="{341AFF7A-C5CD-4491-9020-97A9030EB6ED}" dt="2026-08-15T06:31:48.831" v="1" actId="26606"/>
          <ac:spMkLst>
            <pc:docMk/>
            <pc:sldMk cId="0" sldId="257"/>
            <ac:spMk id="39" creationId="{00000000-0000-0000-0000-000000000000}"/>
          </ac:spMkLst>
        </pc:spChg>
        <pc:spChg chg="del">
          <ac:chgData name="Shivam Singh" userId="e52e9ba4b5bcdf08" providerId="LiveId" clId="{341AFF7A-C5CD-4491-9020-97A9030EB6ED}" dt="2026-08-15T06:31:48.831" v="1" actId="26606"/>
          <ac:spMkLst>
            <pc:docMk/>
            <pc:sldMk cId="0" sldId="257"/>
            <ac:spMk id="41" creationId="{00000000-0000-0000-0000-000000000000}"/>
          </ac:spMkLst>
        </pc:spChg>
        <pc:spChg chg="del">
          <ac:chgData name="Shivam Singh" userId="e52e9ba4b5bcdf08" providerId="LiveId" clId="{341AFF7A-C5CD-4491-9020-97A9030EB6ED}" dt="2026-08-15T06:31:48.831" v="1" actId="26606"/>
          <ac:spMkLst>
            <pc:docMk/>
            <pc:sldMk cId="0" sldId="257"/>
            <ac:spMk id="44" creationId="{00000000-0000-0000-0000-000000000000}"/>
          </ac:spMkLst>
        </pc:spChg>
        <pc:spChg chg="mod replId">
          <ac:chgData name="Shivam Singh" userId="e52e9ba4b5bcdf08" providerId="LiveId" clId="{341AFF7A-C5CD-4491-9020-97A9030EB6ED}" dt="2026-08-15T06:31:47.763" v="0" actId="26606"/>
          <ac:spMkLst>
            <pc:docMk/>
            <pc:sldMk cId="0" sldId="257"/>
            <ac:spMk id="48" creationId="{00000000-0000-0000-0000-000000000000}"/>
          </ac:spMkLst>
        </pc:spChg>
        <pc:spChg chg="mod replId">
          <ac:chgData name="Shivam Singh" userId="e52e9ba4b5bcdf08" providerId="LiveId" clId="{341AFF7A-C5CD-4491-9020-97A9030EB6ED}" dt="2026-08-15T06:31:47.763" v="0" actId="26606"/>
          <ac:spMkLst>
            <pc:docMk/>
            <pc:sldMk cId="0" sldId="257"/>
            <ac:spMk id="50" creationId="{00000000-0000-0000-0000-000000000000}"/>
          </ac:spMkLst>
        </pc:spChg>
        <pc:spChg chg="del mod replId">
          <ac:chgData name="Shivam Singh" userId="e52e9ba4b5bcdf08" providerId="LiveId" clId="{341AFF7A-C5CD-4491-9020-97A9030EB6ED}" dt="2026-08-15T06:31:48.831" v="1" actId="26606"/>
          <ac:spMkLst>
            <pc:docMk/>
            <pc:sldMk cId="0" sldId="257"/>
            <ac:spMk id="51" creationId="{00000000-0000-0000-0000-000000000000}"/>
          </ac:spMkLst>
        </pc:spChg>
        <pc:spChg chg="add mod">
          <ac:chgData name="Shivam Singh" userId="e52e9ba4b5bcdf08" providerId="LiveId" clId="{341AFF7A-C5CD-4491-9020-97A9030EB6ED}" dt="2026-08-15T06:54:45.167" v="178" actId="1076"/>
          <ac:spMkLst>
            <pc:docMk/>
            <pc:sldMk cId="0" sldId="257"/>
            <ac:spMk id="53" creationId="{00000000-0000-0000-0000-000000000000}"/>
          </ac:spMkLst>
        </pc:spChg>
        <pc:spChg chg="add del mod">
          <ac:chgData name="Shivam Singh" userId="e52e9ba4b5bcdf08" providerId="LiveId" clId="{341AFF7A-C5CD-4491-9020-97A9030EB6ED}" dt="2026-08-15T06:54:28.298" v="167" actId="478"/>
          <ac:spMkLst>
            <pc:docMk/>
            <pc:sldMk cId="0" sldId="257"/>
            <ac:spMk id="54" creationId="{00000000-0000-0000-0000-000000000000}"/>
          </ac:spMkLst>
        </pc:spChg>
        <pc:spChg chg="add del mod">
          <ac:chgData name="Shivam Singh" userId="e52e9ba4b5bcdf08" providerId="LiveId" clId="{341AFF7A-C5CD-4491-9020-97A9030EB6ED}" dt="2026-08-15T06:54:30.331" v="169" actId="478"/>
          <ac:spMkLst>
            <pc:docMk/>
            <pc:sldMk cId="0" sldId="257"/>
            <ac:spMk id="55" creationId="{00000000-0000-0000-0000-000000000000}"/>
          </ac:spMkLst>
        </pc:spChg>
        <pc:spChg chg="add del mod">
          <ac:chgData name="Shivam Singh" userId="e52e9ba4b5bcdf08" providerId="LiveId" clId="{341AFF7A-C5CD-4491-9020-97A9030EB6ED}" dt="2026-08-15T06:54:32.221" v="171" actId="478"/>
          <ac:spMkLst>
            <pc:docMk/>
            <pc:sldMk cId="0" sldId="257"/>
            <ac:spMk id="56" creationId="{00000000-0000-0000-0000-000000000000}"/>
          </ac:spMkLst>
        </pc:spChg>
        <pc:spChg chg="del mod">
          <ac:chgData name="Shivam Singh" userId="e52e9ba4b5bcdf08" providerId="LiveId" clId="{341AFF7A-C5CD-4491-9020-97A9030EB6ED}" dt="2026-08-15T06:54:36.219" v="175" actId="478"/>
          <ac:spMkLst>
            <pc:docMk/>
            <pc:sldMk cId="0" sldId="257"/>
            <ac:spMk id="57" creationId="{00000000-0000-0000-0000-000000000000}"/>
          </ac:spMkLst>
        </pc:spChg>
        <pc:spChg chg="add del mod">
          <ac:chgData name="Shivam Singh" userId="e52e9ba4b5bcdf08" providerId="LiveId" clId="{341AFF7A-C5CD-4491-9020-97A9030EB6ED}" dt="2026-08-15T06:54:37.667" v="177" actId="478"/>
          <ac:spMkLst>
            <pc:docMk/>
            <pc:sldMk cId="0" sldId="257"/>
            <ac:spMk id="58" creationId="{00000000-0000-0000-0000-000000000000}"/>
          </ac:spMkLst>
        </pc:spChg>
        <pc:spChg chg="add del mod">
          <ac:chgData name="Shivam Singh" userId="e52e9ba4b5bcdf08" providerId="LiveId" clId="{341AFF7A-C5CD-4491-9020-97A9030EB6ED}" dt="2026-08-15T06:54:34.321" v="173" actId="478"/>
          <ac:spMkLst>
            <pc:docMk/>
            <pc:sldMk cId="0" sldId="257"/>
            <ac:spMk id="59" creationId="{00000000-0000-0000-0000-000000000000}"/>
          </ac:spMkLst>
        </pc:spChg>
        <pc:spChg chg="add mod">
          <ac:chgData name="Shivam Singh" userId="e52e9ba4b5bcdf08" providerId="LiveId" clId="{341AFF7A-C5CD-4491-9020-97A9030EB6ED}" dt="2026-08-15T06:55:04.006" v="187" actId="1076"/>
          <ac:spMkLst>
            <pc:docMk/>
            <pc:sldMk cId="0" sldId="257"/>
            <ac:spMk id="60" creationId="{00000000-0000-0000-0000-000000000000}"/>
          </ac:spMkLst>
        </pc:spChg>
        <pc:spChg chg="add mod">
          <ac:chgData name="Shivam Singh" userId="e52e9ba4b5bcdf08" providerId="LiveId" clId="{341AFF7A-C5CD-4491-9020-97A9030EB6ED}" dt="2026-08-15T06:55:08.244" v="188" actId="1076"/>
          <ac:spMkLst>
            <pc:docMk/>
            <pc:sldMk cId="0" sldId="257"/>
            <ac:spMk id="61" creationId="{00000000-0000-0000-0000-000000000000}"/>
          </ac:spMkLst>
        </pc:spChg>
        <pc:spChg chg="add mod">
          <ac:chgData name="Shivam Singh" userId="e52e9ba4b5bcdf08" providerId="LiveId" clId="{341AFF7A-C5CD-4491-9020-97A9030EB6ED}" dt="2026-08-15T06:54:22.946" v="165" actId="1076"/>
          <ac:spMkLst>
            <pc:docMk/>
            <pc:sldMk cId="0" sldId="257"/>
            <ac:spMk id="63" creationId="{00000000-0000-0000-0000-000000000000}"/>
          </ac:spMkLst>
        </pc:spChg>
        <pc:spChg chg="add mod">
          <ac:chgData name="Shivam Singh" userId="e52e9ba4b5bcdf08" providerId="LiveId" clId="{341AFF7A-C5CD-4491-9020-97A9030EB6ED}" dt="2026-08-15T06:54:22.946" v="165" actId="1076"/>
          <ac:spMkLst>
            <pc:docMk/>
            <pc:sldMk cId="0" sldId="257"/>
            <ac:spMk id="64" creationId="{00000000-0000-0000-0000-000000000000}"/>
          </ac:spMkLst>
        </pc:spChg>
        <pc:graphicFrameChg chg="add del">
          <ac:chgData name="Shivam Singh" userId="e52e9ba4b5bcdf08" providerId="LiveId" clId="{341AFF7A-C5CD-4491-9020-97A9030EB6ED}" dt="2026-08-15T06:53:26.941" v="156" actId="478"/>
          <ac:graphicFrameMkLst>
            <pc:docMk/>
            <pc:sldMk cId="0" sldId="257"/>
            <ac:graphicFrameMk id="26" creationId="{00000000-0000-0000-0000-000000000000}"/>
          </ac:graphicFrameMkLst>
        </pc:graphicFrameChg>
        <pc:picChg chg="mod replId">
          <ac:chgData name="Shivam Singh" userId="e52e9ba4b5bcdf08" providerId="LiveId" clId="{341AFF7A-C5CD-4491-9020-97A9030EB6ED}" dt="2026-08-15T06:31:47.763" v="0" actId="26606"/>
          <ac:picMkLst>
            <pc:docMk/>
            <pc:sldMk cId="0" sldId="257"/>
            <ac:picMk id="49" creationId="{00000000-0000-0000-0000-000000000000}"/>
          </ac:picMkLst>
        </pc:picChg>
      </pc:sldChg>
      <pc:sldChg chg="addSp delSp modSp mod ord">
        <pc:chgData name="Shivam Singh" userId="e52e9ba4b5bcdf08" providerId="LiveId" clId="{341AFF7A-C5CD-4491-9020-97A9030EB6ED}" dt="2026-08-15T06:52:05.400" v="139" actId="26606"/>
        <pc:sldMkLst>
          <pc:docMk/>
          <pc:sldMk cId="0" sldId="258"/>
        </pc:sldMkLst>
        <pc:spChg chg="mod">
          <ac:chgData name="Shivam Singh" userId="e52e9ba4b5bcdf08" providerId="LiveId" clId="{341AFF7A-C5CD-4491-9020-97A9030EB6ED}" dt="2026-08-15T06:52:05.400" v="139" actId="26606"/>
          <ac:spMkLst>
            <pc:docMk/>
            <pc:sldMk cId="0" sldId="258"/>
            <ac:spMk id="2" creationId="{00000000-0000-0000-0000-000000000000}"/>
          </ac:spMkLst>
        </pc:spChg>
        <pc:spChg chg="mod">
          <ac:chgData name="Shivam Singh" userId="e52e9ba4b5bcdf08" providerId="LiveId" clId="{341AFF7A-C5CD-4491-9020-97A9030EB6ED}" dt="2026-08-15T06:31:48.831" v="1" actId="26606"/>
          <ac:spMkLst>
            <pc:docMk/>
            <pc:sldMk cId="0" sldId="258"/>
            <ac:spMk id="3" creationId="{00000000-0000-0000-0000-000000000000}"/>
          </ac:spMkLst>
        </pc:spChg>
        <pc:spChg chg="mod">
          <ac:chgData name="Shivam Singh" userId="e52e9ba4b5bcdf08" providerId="LiveId" clId="{341AFF7A-C5CD-4491-9020-97A9030EB6ED}" dt="2026-08-15T06:31:48.831" v="1" actId="26606"/>
          <ac:spMkLst>
            <pc:docMk/>
            <pc:sldMk cId="0" sldId="258"/>
            <ac:spMk id="4" creationId="{00000000-0000-0000-0000-000000000000}"/>
          </ac:spMkLst>
        </pc:spChg>
        <pc:spChg chg="mod">
          <ac:chgData name="Shivam Singh" userId="e52e9ba4b5bcdf08" providerId="LiveId" clId="{341AFF7A-C5CD-4491-9020-97A9030EB6ED}" dt="2026-08-15T06:31:48.831" v="1" actId="26606"/>
          <ac:spMkLst>
            <pc:docMk/>
            <pc:sldMk cId="0" sldId="258"/>
            <ac:spMk id="8" creationId="{00000000-0000-0000-0000-000000000000}"/>
          </ac:spMkLst>
        </pc:spChg>
        <pc:spChg chg="mod">
          <ac:chgData name="Shivam Singh" userId="e52e9ba4b5bcdf08" providerId="LiveId" clId="{341AFF7A-C5CD-4491-9020-97A9030EB6ED}" dt="2026-08-15T06:31:48.831" v="1" actId="26606"/>
          <ac:spMkLst>
            <pc:docMk/>
            <pc:sldMk cId="0" sldId="258"/>
            <ac:spMk id="9" creationId="{00000000-0000-0000-0000-000000000000}"/>
          </ac:spMkLst>
        </pc:spChg>
        <pc:spChg chg="mod">
          <ac:chgData name="Shivam Singh" userId="e52e9ba4b5bcdf08" providerId="LiveId" clId="{341AFF7A-C5CD-4491-9020-97A9030EB6ED}" dt="2026-08-15T06:31:48.831" v="1" actId="26606"/>
          <ac:spMkLst>
            <pc:docMk/>
            <pc:sldMk cId="0" sldId="258"/>
            <ac:spMk id="10" creationId="{00000000-0000-0000-0000-000000000000}"/>
          </ac:spMkLst>
        </pc:spChg>
        <pc:spChg chg="mod">
          <ac:chgData name="Shivam Singh" userId="e52e9ba4b5bcdf08" providerId="LiveId" clId="{341AFF7A-C5CD-4491-9020-97A9030EB6ED}" dt="2026-08-15T06:52:05.400" v="139" actId="26606"/>
          <ac:spMkLst>
            <pc:docMk/>
            <pc:sldMk cId="0" sldId="258"/>
            <ac:spMk id="15" creationId="{00000000-0000-0000-0000-000000000000}"/>
          </ac:spMkLst>
        </pc:spChg>
        <pc:spChg chg="mod">
          <ac:chgData name="Shivam Singh" userId="e52e9ba4b5bcdf08" providerId="LiveId" clId="{341AFF7A-C5CD-4491-9020-97A9030EB6ED}" dt="2026-08-15T06:52:05.400" v="139" actId="26606"/>
          <ac:spMkLst>
            <pc:docMk/>
            <pc:sldMk cId="0" sldId="258"/>
            <ac:spMk id="19" creationId="{00000000-0000-0000-0000-000000000000}"/>
          </ac:spMkLst>
        </pc:spChg>
        <pc:spChg chg="del">
          <ac:chgData name="Shivam Singh" userId="e52e9ba4b5bcdf08" providerId="LiveId" clId="{341AFF7A-C5CD-4491-9020-97A9030EB6ED}" dt="2026-08-15T06:31:48.831" v="1" actId="26606"/>
          <ac:spMkLst>
            <pc:docMk/>
            <pc:sldMk cId="0" sldId="258"/>
            <ac:spMk id="23" creationId="{00000000-0000-0000-0000-000000000000}"/>
          </ac:spMkLst>
        </pc:spChg>
        <pc:spChg chg="del">
          <ac:chgData name="Shivam Singh" userId="e52e9ba4b5bcdf08" providerId="LiveId" clId="{341AFF7A-C5CD-4491-9020-97A9030EB6ED}" dt="2026-08-15T06:31:48.831" v="1" actId="26606"/>
          <ac:spMkLst>
            <pc:docMk/>
            <pc:sldMk cId="0" sldId="258"/>
            <ac:spMk id="25" creationId="{00000000-0000-0000-0000-000000000000}"/>
          </ac:spMkLst>
        </pc:spChg>
        <pc:spChg chg="del">
          <ac:chgData name="Shivam Singh" userId="e52e9ba4b5bcdf08" providerId="LiveId" clId="{341AFF7A-C5CD-4491-9020-97A9030EB6ED}" dt="2026-08-15T06:31:48.831" v="1" actId="26606"/>
          <ac:spMkLst>
            <pc:docMk/>
            <pc:sldMk cId="0" sldId="258"/>
            <ac:spMk id="26" creationId="{00000000-0000-0000-0000-000000000000}"/>
          </ac:spMkLst>
        </pc:spChg>
        <pc:spChg chg="del mod replId">
          <ac:chgData name="Shivam Singh" userId="e52e9ba4b5bcdf08" providerId="LiveId" clId="{341AFF7A-C5CD-4491-9020-97A9030EB6ED}" dt="2026-08-15T06:31:48.831" v="1" actId="26606"/>
          <ac:spMkLst>
            <pc:docMk/>
            <pc:sldMk cId="0" sldId="258"/>
            <ac:spMk id="27" creationId="{00000000-0000-0000-0000-000000000000}"/>
          </ac:spMkLst>
        </pc:spChg>
        <pc:spChg chg="mod replId">
          <ac:chgData name="Shivam Singh" userId="e52e9ba4b5bcdf08" providerId="LiveId" clId="{341AFF7A-C5CD-4491-9020-97A9030EB6ED}" dt="2026-08-15T06:31:47.763" v="0" actId="26606"/>
          <ac:spMkLst>
            <pc:docMk/>
            <pc:sldMk cId="0" sldId="258"/>
            <ac:spMk id="29" creationId="{00000000-0000-0000-0000-000000000000}"/>
          </ac:spMkLst>
        </pc:spChg>
        <pc:picChg chg="mod replId">
          <ac:chgData name="Shivam Singh" userId="e52e9ba4b5bcdf08" providerId="LiveId" clId="{341AFF7A-C5CD-4491-9020-97A9030EB6ED}" dt="2026-08-15T06:31:47.763" v="0" actId="26606"/>
          <ac:picMkLst>
            <pc:docMk/>
            <pc:sldMk cId="0" sldId="258"/>
            <ac:picMk id="28" creationId="{00000000-0000-0000-0000-000000000000}"/>
          </ac:picMkLst>
        </pc:picChg>
      </pc:sldChg>
      <pc:sldChg chg="addSp delSp modSp mod setBg">
        <pc:chgData name="Shivam Singh" userId="e52e9ba4b5bcdf08" providerId="LiveId" clId="{341AFF7A-C5CD-4491-9020-97A9030EB6ED}" dt="2026-08-15T06:52:05.400" v="139" actId="26606"/>
        <pc:sldMkLst>
          <pc:docMk/>
          <pc:sldMk cId="0" sldId="259"/>
        </pc:sldMkLst>
        <pc:spChg chg="mod">
          <ac:chgData name="Shivam Singh" userId="e52e9ba4b5bcdf08" providerId="LiveId" clId="{341AFF7A-C5CD-4491-9020-97A9030EB6ED}" dt="2026-08-15T06:52:05.400" v="139" actId="26606"/>
          <ac:spMkLst>
            <pc:docMk/>
            <pc:sldMk cId="0" sldId="259"/>
            <ac:spMk id="2" creationId="{00000000-0000-0000-0000-000000000000}"/>
          </ac:spMkLst>
        </pc:spChg>
        <pc:spChg chg="mod">
          <ac:chgData name="Shivam Singh" userId="e52e9ba4b5bcdf08" providerId="LiveId" clId="{341AFF7A-C5CD-4491-9020-97A9030EB6ED}" dt="2026-08-15T06:31:48.831" v="1" actId="26606"/>
          <ac:spMkLst>
            <pc:docMk/>
            <pc:sldMk cId="0" sldId="259"/>
            <ac:spMk id="4" creationId="{00000000-0000-0000-0000-000000000000}"/>
          </ac:spMkLst>
        </pc:spChg>
        <pc:spChg chg="mod">
          <ac:chgData name="Shivam Singh" userId="e52e9ba4b5bcdf08" providerId="LiveId" clId="{341AFF7A-C5CD-4491-9020-97A9030EB6ED}" dt="2026-08-15T06:52:05.400" v="139" actId="26606"/>
          <ac:spMkLst>
            <pc:docMk/>
            <pc:sldMk cId="0" sldId="259"/>
            <ac:spMk id="7" creationId="{00000000-0000-0000-0000-000000000000}"/>
          </ac:spMkLst>
        </pc:spChg>
        <pc:spChg chg="mod">
          <ac:chgData name="Shivam Singh" userId="e52e9ba4b5bcdf08" providerId="LiveId" clId="{341AFF7A-C5CD-4491-9020-97A9030EB6ED}" dt="2026-08-15T06:52:05.400" v="139" actId="26606"/>
          <ac:spMkLst>
            <pc:docMk/>
            <pc:sldMk cId="0" sldId="259"/>
            <ac:spMk id="9" creationId="{00000000-0000-0000-0000-000000000000}"/>
          </ac:spMkLst>
        </pc:spChg>
        <pc:spChg chg="mod">
          <ac:chgData name="Shivam Singh" userId="e52e9ba4b5bcdf08" providerId="LiveId" clId="{341AFF7A-C5CD-4491-9020-97A9030EB6ED}" dt="2026-08-15T06:31:48.831" v="1" actId="26606"/>
          <ac:spMkLst>
            <pc:docMk/>
            <pc:sldMk cId="0" sldId="259"/>
            <ac:spMk id="13" creationId="{00000000-0000-0000-0000-000000000000}"/>
          </ac:spMkLst>
        </pc:spChg>
        <pc:spChg chg="mod">
          <ac:chgData name="Shivam Singh" userId="e52e9ba4b5bcdf08" providerId="LiveId" clId="{341AFF7A-C5CD-4491-9020-97A9030EB6ED}" dt="2026-08-15T06:52:05.400" v="139" actId="26606"/>
          <ac:spMkLst>
            <pc:docMk/>
            <pc:sldMk cId="0" sldId="259"/>
            <ac:spMk id="20" creationId="{00000000-0000-0000-0000-000000000000}"/>
          </ac:spMkLst>
        </pc:spChg>
        <pc:spChg chg="mod">
          <ac:chgData name="Shivam Singh" userId="e52e9ba4b5bcdf08" providerId="LiveId" clId="{341AFF7A-C5CD-4491-9020-97A9030EB6ED}" dt="2026-08-15T06:52:05.400" v="139" actId="26606"/>
          <ac:spMkLst>
            <pc:docMk/>
            <pc:sldMk cId="0" sldId="259"/>
            <ac:spMk id="23" creationId="{00000000-0000-0000-0000-000000000000}"/>
          </ac:spMkLst>
        </pc:spChg>
        <pc:spChg chg="del">
          <ac:chgData name="Shivam Singh" userId="e52e9ba4b5bcdf08" providerId="LiveId" clId="{341AFF7A-C5CD-4491-9020-97A9030EB6ED}" dt="2026-08-15T06:31:48.831" v="1" actId="26606"/>
          <ac:spMkLst>
            <pc:docMk/>
            <pc:sldMk cId="0" sldId="259"/>
            <ac:spMk id="25" creationId="{00000000-0000-0000-0000-000000000000}"/>
          </ac:spMkLst>
        </pc:spChg>
        <pc:spChg chg="del">
          <ac:chgData name="Shivam Singh" userId="e52e9ba4b5bcdf08" providerId="LiveId" clId="{341AFF7A-C5CD-4491-9020-97A9030EB6ED}" dt="2026-08-15T06:31:48.831" v="1" actId="26606"/>
          <ac:spMkLst>
            <pc:docMk/>
            <pc:sldMk cId="0" sldId="259"/>
            <ac:spMk id="27" creationId="{00000000-0000-0000-0000-000000000000}"/>
          </ac:spMkLst>
        </pc:spChg>
        <pc:spChg chg="del">
          <ac:chgData name="Shivam Singh" userId="e52e9ba4b5bcdf08" providerId="LiveId" clId="{341AFF7A-C5CD-4491-9020-97A9030EB6ED}" dt="2026-08-15T06:31:48.831" v="1" actId="26606"/>
          <ac:spMkLst>
            <pc:docMk/>
            <pc:sldMk cId="0" sldId="259"/>
            <ac:spMk id="32" creationId="{00000000-0000-0000-0000-000000000000}"/>
          </ac:spMkLst>
        </pc:spChg>
        <pc:spChg chg="del">
          <ac:chgData name="Shivam Singh" userId="e52e9ba4b5bcdf08" providerId="LiveId" clId="{341AFF7A-C5CD-4491-9020-97A9030EB6ED}" dt="2026-08-15T06:31:48.831" v="1" actId="26606"/>
          <ac:spMkLst>
            <pc:docMk/>
            <pc:sldMk cId="0" sldId="259"/>
            <ac:spMk id="35" creationId="{00000000-0000-0000-0000-000000000000}"/>
          </ac:spMkLst>
        </pc:spChg>
        <pc:spChg chg="del">
          <ac:chgData name="Shivam Singh" userId="e52e9ba4b5bcdf08" providerId="LiveId" clId="{341AFF7A-C5CD-4491-9020-97A9030EB6ED}" dt="2026-08-15T06:31:48.831" v="1" actId="26606"/>
          <ac:spMkLst>
            <pc:docMk/>
            <pc:sldMk cId="0" sldId="259"/>
            <ac:spMk id="40" creationId="{00000000-0000-0000-0000-000000000000}"/>
          </ac:spMkLst>
        </pc:spChg>
        <pc:spChg chg="del">
          <ac:chgData name="Shivam Singh" userId="e52e9ba4b5bcdf08" providerId="LiveId" clId="{341AFF7A-C5CD-4491-9020-97A9030EB6ED}" dt="2026-08-15T06:31:48.831" v="1" actId="26606"/>
          <ac:spMkLst>
            <pc:docMk/>
            <pc:sldMk cId="0" sldId="259"/>
            <ac:spMk id="49" creationId="{00000000-0000-0000-0000-000000000000}"/>
          </ac:spMkLst>
        </pc:spChg>
        <pc:spChg chg="mod replId">
          <ac:chgData name="Shivam Singh" userId="e52e9ba4b5bcdf08" providerId="LiveId" clId="{341AFF7A-C5CD-4491-9020-97A9030EB6ED}" dt="2026-08-15T06:31:47.763" v="0" actId="26606"/>
          <ac:spMkLst>
            <pc:docMk/>
            <pc:sldMk cId="0" sldId="259"/>
            <ac:spMk id="51" creationId="{00000000-0000-0000-0000-000000000000}"/>
          </ac:spMkLst>
        </pc:spChg>
        <pc:spChg chg="mod replId">
          <ac:chgData name="Shivam Singh" userId="e52e9ba4b5bcdf08" providerId="LiveId" clId="{341AFF7A-C5CD-4491-9020-97A9030EB6ED}" dt="2026-08-15T06:31:47.763" v="0" actId="26606"/>
          <ac:spMkLst>
            <pc:docMk/>
            <pc:sldMk cId="0" sldId="259"/>
            <ac:spMk id="53" creationId="{00000000-0000-0000-0000-000000000000}"/>
          </ac:spMkLst>
        </pc:spChg>
        <pc:picChg chg="mod replId">
          <ac:chgData name="Shivam Singh" userId="e52e9ba4b5bcdf08" providerId="LiveId" clId="{341AFF7A-C5CD-4491-9020-97A9030EB6ED}" dt="2026-08-15T06:31:47.763" v="0" actId="26606"/>
          <ac:picMkLst>
            <pc:docMk/>
            <pc:sldMk cId="0" sldId="259"/>
            <ac:picMk id="52" creationId="{00000000-0000-0000-0000-000000000000}"/>
          </ac:picMkLst>
        </pc:picChg>
      </pc:sldChg>
      <pc:sldChg chg="addSp delSp modSp mod">
        <pc:chgData name="Shivam Singh" userId="e52e9ba4b5bcdf08" providerId="LiveId" clId="{341AFF7A-C5CD-4491-9020-97A9030EB6ED}" dt="2026-08-15T06:52:05.400" v="139" actId="26606"/>
        <pc:sldMkLst>
          <pc:docMk/>
          <pc:sldMk cId="0" sldId="260"/>
        </pc:sldMkLst>
        <pc:spChg chg="mod">
          <ac:chgData name="Shivam Singh" userId="e52e9ba4b5bcdf08" providerId="LiveId" clId="{341AFF7A-C5CD-4491-9020-97A9030EB6ED}" dt="2026-08-15T06:52:05.400" v="139" actId="26606"/>
          <ac:spMkLst>
            <pc:docMk/>
            <pc:sldMk cId="0" sldId="260"/>
            <ac:spMk id="2" creationId="{00000000-0000-0000-0000-000000000000}"/>
          </ac:spMkLst>
        </pc:spChg>
        <pc:spChg chg="mod">
          <ac:chgData name="Shivam Singh" userId="e52e9ba4b5bcdf08" providerId="LiveId" clId="{341AFF7A-C5CD-4491-9020-97A9030EB6ED}" dt="2026-08-15T06:31:48.831" v="1" actId="26606"/>
          <ac:spMkLst>
            <pc:docMk/>
            <pc:sldMk cId="0" sldId="260"/>
            <ac:spMk id="9" creationId="{00000000-0000-0000-0000-000000000000}"/>
          </ac:spMkLst>
        </pc:spChg>
        <pc:spChg chg="mod">
          <ac:chgData name="Shivam Singh" userId="e52e9ba4b5bcdf08" providerId="LiveId" clId="{341AFF7A-C5CD-4491-9020-97A9030EB6ED}" dt="2026-08-15T06:31:48.831" v="1" actId="26606"/>
          <ac:spMkLst>
            <pc:docMk/>
            <pc:sldMk cId="0" sldId="260"/>
            <ac:spMk id="11" creationId="{00000000-0000-0000-0000-000000000000}"/>
          </ac:spMkLst>
        </pc:spChg>
        <pc:spChg chg="mod">
          <ac:chgData name="Shivam Singh" userId="e52e9ba4b5bcdf08" providerId="LiveId" clId="{341AFF7A-C5CD-4491-9020-97A9030EB6ED}" dt="2026-08-15T06:52:05.400" v="139" actId="26606"/>
          <ac:spMkLst>
            <pc:docMk/>
            <pc:sldMk cId="0" sldId="260"/>
            <ac:spMk id="26" creationId="{00000000-0000-0000-0000-000000000000}"/>
          </ac:spMkLst>
        </pc:spChg>
        <pc:spChg chg="del">
          <ac:chgData name="Shivam Singh" userId="e52e9ba4b5bcdf08" providerId="LiveId" clId="{341AFF7A-C5CD-4491-9020-97A9030EB6ED}" dt="2026-08-15T06:31:48.831" v="1" actId="26606"/>
          <ac:spMkLst>
            <pc:docMk/>
            <pc:sldMk cId="0" sldId="260"/>
            <ac:spMk id="28" creationId="{00000000-0000-0000-0000-000000000000}"/>
          </ac:spMkLst>
        </pc:spChg>
        <pc:spChg chg="del">
          <ac:chgData name="Shivam Singh" userId="e52e9ba4b5bcdf08" providerId="LiveId" clId="{341AFF7A-C5CD-4491-9020-97A9030EB6ED}" dt="2026-08-15T06:31:48.831" v="1" actId="26606"/>
          <ac:spMkLst>
            <pc:docMk/>
            <pc:sldMk cId="0" sldId="260"/>
            <ac:spMk id="32" creationId="{00000000-0000-0000-0000-000000000000}"/>
          </ac:spMkLst>
        </pc:spChg>
        <pc:spChg chg="del">
          <ac:chgData name="Shivam Singh" userId="e52e9ba4b5bcdf08" providerId="LiveId" clId="{341AFF7A-C5CD-4491-9020-97A9030EB6ED}" dt="2026-08-15T06:31:48.831" v="1" actId="26606"/>
          <ac:spMkLst>
            <pc:docMk/>
            <pc:sldMk cId="0" sldId="260"/>
            <ac:spMk id="50" creationId="{00000000-0000-0000-0000-000000000000}"/>
          </ac:spMkLst>
        </pc:spChg>
        <pc:spChg chg="del">
          <ac:chgData name="Shivam Singh" userId="e52e9ba4b5bcdf08" providerId="LiveId" clId="{341AFF7A-C5CD-4491-9020-97A9030EB6ED}" dt="2026-08-15T06:31:48.831" v="1" actId="26606"/>
          <ac:spMkLst>
            <pc:docMk/>
            <pc:sldMk cId="0" sldId="260"/>
            <ac:spMk id="52" creationId="{00000000-0000-0000-0000-000000000000}"/>
          </ac:spMkLst>
        </pc:spChg>
        <pc:spChg chg="del">
          <ac:chgData name="Shivam Singh" userId="e52e9ba4b5bcdf08" providerId="LiveId" clId="{341AFF7A-C5CD-4491-9020-97A9030EB6ED}" dt="2026-08-15T06:31:48.831" v="1" actId="26606"/>
          <ac:spMkLst>
            <pc:docMk/>
            <pc:sldMk cId="0" sldId="260"/>
            <ac:spMk id="54" creationId="{00000000-0000-0000-0000-000000000000}"/>
          </ac:spMkLst>
        </pc:spChg>
        <pc:spChg chg="del">
          <ac:chgData name="Shivam Singh" userId="e52e9ba4b5bcdf08" providerId="LiveId" clId="{341AFF7A-C5CD-4491-9020-97A9030EB6ED}" dt="2026-08-15T06:31:48.831" v="1" actId="26606"/>
          <ac:spMkLst>
            <pc:docMk/>
            <pc:sldMk cId="0" sldId="260"/>
            <ac:spMk id="55" creationId="{00000000-0000-0000-0000-000000000000}"/>
          </ac:spMkLst>
        </pc:spChg>
        <pc:spChg chg="del">
          <ac:chgData name="Shivam Singh" userId="e52e9ba4b5bcdf08" providerId="LiveId" clId="{341AFF7A-C5CD-4491-9020-97A9030EB6ED}" dt="2026-08-15T06:31:48.831" v="1" actId="26606"/>
          <ac:spMkLst>
            <pc:docMk/>
            <pc:sldMk cId="0" sldId="260"/>
            <ac:spMk id="57" creationId="{00000000-0000-0000-0000-000000000000}"/>
          </ac:spMkLst>
        </pc:spChg>
        <pc:spChg chg="mod replId">
          <ac:chgData name="Shivam Singh" userId="e52e9ba4b5bcdf08" providerId="LiveId" clId="{341AFF7A-C5CD-4491-9020-97A9030EB6ED}" dt="2026-08-15T06:31:47.763" v="0" actId="26606"/>
          <ac:spMkLst>
            <pc:docMk/>
            <pc:sldMk cId="0" sldId="260"/>
            <ac:spMk id="63" creationId="{00000000-0000-0000-0000-000000000000}"/>
          </ac:spMkLst>
        </pc:spChg>
        <pc:spChg chg="mod replId">
          <ac:chgData name="Shivam Singh" userId="e52e9ba4b5bcdf08" providerId="LiveId" clId="{341AFF7A-C5CD-4491-9020-97A9030EB6ED}" dt="2026-08-15T06:31:47.763" v="0" actId="26606"/>
          <ac:spMkLst>
            <pc:docMk/>
            <pc:sldMk cId="0" sldId="260"/>
            <ac:spMk id="65" creationId="{00000000-0000-0000-0000-000000000000}"/>
          </ac:spMkLst>
        </pc:spChg>
        <pc:picChg chg="mod replId">
          <ac:chgData name="Shivam Singh" userId="e52e9ba4b5bcdf08" providerId="LiveId" clId="{341AFF7A-C5CD-4491-9020-97A9030EB6ED}" dt="2026-08-15T06:31:47.763" v="0" actId="26606"/>
          <ac:picMkLst>
            <pc:docMk/>
            <pc:sldMk cId="0" sldId="260"/>
            <ac:picMk id="64" creationId="{00000000-0000-0000-0000-000000000000}"/>
          </ac:picMkLst>
        </pc:picChg>
      </pc:sldChg>
      <pc:sldChg chg="addSp delSp modSp del mod">
        <pc:chgData name="Shivam Singh" userId="e52e9ba4b5bcdf08" providerId="LiveId" clId="{341AFF7A-C5CD-4491-9020-97A9030EB6ED}" dt="2026-08-15T06:32:42.978" v="2" actId="47"/>
        <pc:sldMkLst>
          <pc:docMk/>
          <pc:sldMk cId="0" sldId="261"/>
        </pc:sldMkLst>
        <pc:spChg chg="mod">
          <ac:chgData name="Shivam Singh" userId="e52e9ba4b5bcdf08" providerId="LiveId" clId="{341AFF7A-C5CD-4491-9020-97A9030EB6ED}" dt="2026-08-15T06:31:48.831" v="1" actId="26606"/>
          <ac:spMkLst>
            <pc:docMk/>
            <pc:sldMk cId="0" sldId="261"/>
            <ac:spMk id="2" creationId="{00000000-0000-0000-0000-000000000000}"/>
          </ac:spMkLst>
        </pc:spChg>
        <pc:spChg chg="add">
          <ac:chgData name="Shivam Singh" userId="e52e9ba4b5bcdf08" providerId="LiveId" clId="{341AFF7A-C5CD-4491-9020-97A9030EB6ED}" dt="2026-08-15T06:31:48.831" v="1" actId="26606"/>
          <ac:spMkLst>
            <pc:docMk/>
            <pc:sldMk cId="0" sldId="261"/>
            <ac:spMk id="8" creationId="{00000000-0000-0000-0000-000000000000}"/>
          </ac:spMkLst>
        </pc:spChg>
        <pc:spChg chg="add">
          <ac:chgData name="Shivam Singh" userId="e52e9ba4b5bcdf08" providerId="LiveId" clId="{341AFF7A-C5CD-4491-9020-97A9030EB6ED}" dt="2026-08-15T06:31:48.831" v="1" actId="26606"/>
          <ac:spMkLst>
            <pc:docMk/>
            <pc:sldMk cId="0" sldId="261"/>
            <ac:spMk id="9" creationId="{00000000-0000-0000-0000-000000000000}"/>
          </ac:spMkLst>
        </pc:spChg>
        <pc:spChg chg="add">
          <ac:chgData name="Shivam Singh" userId="e52e9ba4b5bcdf08" providerId="LiveId" clId="{341AFF7A-C5CD-4491-9020-97A9030EB6ED}" dt="2026-08-15T06:31:48.831" v="1" actId="26606"/>
          <ac:spMkLst>
            <pc:docMk/>
            <pc:sldMk cId="0" sldId="261"/>
            <ac:spMk id="10" creationId="{00000000-0000-0000-0000-000000000000}"/>
          </ac:spMkLst>
        </pc:spChg>
        <pc:spChg chg="add">
          <ac:chgData name="Shivam Singh" userId="e52e9ba4b5bcdf08" providerId="LiveId" clId="{341AFF7A-C5CD-4491-9020-97A9030EB6ED}" dt="2026-08-15T06:31:48.831" v="1" actId="26606"/>
          <ac:spMkLst>
            <pc:docMk/>
            <pc:sldMk cId="0" sldId="261"/>
            <ac:spMk id="15" creationId="{00000000-0000-0000-0000-000000000000}"/>
          </ac:spMkLst>
        </pc:spChg>
        <pc:spChg chg="add">
          <ac:chgData name="Shivam Singh" userId="e52e9ba4b5bcdf08" providerId="LiveId" clId="{341AFF7A-C5CD-4491-9020-97A9030EB6ED}" dt="2026-08-15T06:31:48.831" v="1" actId="26606"/>
          <ac:spMkLst>
            <pc:docMk/>
            <pc:sldMk cId="0" sldId="261"/>
            <ac:spMk id="17" creationId="{00000000-0000-0000-0000-000000000000}"/>
          </ac:spMkLst>
        </pc:spChg>
        <pc:spChg chg="add">
          <ac:chgData name="Shivam Singh" userId="e52e9ba4b5bcdf08" providerId="LiveId" clId="{341AFF7A-C5CD-4491-9020-97A9030EB6ED}" dt="2026-08-15T06:31:48.831" v="1" actId="26606"/>
          <ac:spMkLst>
            <pc:docMk/>
            <pc:sldMk cId="0" sldId="261"/>
            <ac:spMk id="19" creationId="{00000000-0000-0000-0000-000000000000}"/>
          </ac:spMkLst>
        </pc:spChg>
        <pc:spChg chg="add">
          <ac:chgData name="Shivam Singh" userId="e52e9ba4b5bcdf08" providerId="LiveId" clId="{341AFF7A-C5CD-4491-9020-97A9030EB6ED}" dt="2026-08-15T06:31:48.831" v="1" actId="26606"/>
          <ac:spMkLst>
            <pc:docMk/>
            <pc:sldMk cId="0" sldId="261"/>
            <ac:spMk id="25" creationId="{00000000-0000-0000-0000-000000000000}"/>
          </ac:spMkLst>
        </pc:spChg>
        <pc:spChg chg="add">
          <ac:chgData name="Shivam Singh" userId="e52e9ba4b5bcdf08" providerId="LiveId" clId="{341AFF7A-C5CD-4491-9020-97A9030EB6ED}" dt="2026-08-15T06:31:48.831" v="1" actId="26606"/>
          <ac:spMkLst>
            <pc:docMk/>
            <pc:sldMk cId="0" sldId="261"/>
            <ac:spMk id="26" creationId="{00000000-0000-0000-0000-000000000000}"/>
          </ac:spMkLst>
        </pc:spChg>
        <pc:spChg chg="del mod replId">
          <ac:chgData name="Shivam Singh" userId="e52e9ba4b5bcdf08" providerId="LiveId" clId="{341AFF7A-C5CD-4491-9020-97A9030EB6ED}" dt="2026-08-15T06:31:48.831" v="1" actId="26606"/>
          <ac:spMkLst>
            <pc:docMk/>
            <pc:sldMk cId="0" sldId="261"/>
            <ac:spMk id="37" creationId="{00000000-0000-0000-0000-000000000000}"/>
          </ac:spMkLst>
        </pc:spChg>
        <pc:graphicFrameChg chg="mod replId">
          <ac:chgData name="Shivam Singh" userId="e52e9ba4b5bcdf08" providerId="LiveId" clId="{341AFF7A-C5CD-4491-9020-97A9030EB6ED}" dt="2026-08-15T06:31:47.763" v="0" actId="26606"/>
          <ac:graphicFrameMkLst>
            <pc:docMk/>
            <pc:sldMk cId="0" sldId="261"/>
            <ac:graphicFrameMk id="39" creationId="{00000000-0000-0000-0000-000000000000}"/>
          </ac:graphicFrameMkLst>
        </pc:graphicFrameChg>
        <pc:picChg chg="mod replId">
          <ac:chgData name="Shivam Singh" userId="e52e9ba4b5bcdf08" providerId="LiveId" clId="{341AFF7A-C5CD-4491-9020-97A9030EB6ED}" dt="2026-08-15T06:31:47.763" v="0" actId="26606"/>
          <ac:picMkLst>
            <pc:docMk/>
            <pc:sldMk cId="0" sldId="261"/>
            <ac:picMk id="38" creationId="{00000000-0000-0000-0000-000000000000}"/>
          </ac:picMkLst>
        </pc:picChg>
      </pc:sldChg>
      <pc:sldChg chg="addSp delSp modSp mod ord">
        <pc:chgData name="Shivam Singh" userId="e52e9ba4b5bcdf08" providerId="LiveId" clId="{341AFF7A-C5CD-4491-9020-97A9030EB6ED}" dt="2026-08-15T06:52:17.081" v="152" actId="20577"/>
        <pc:sldMkLst>
          <pc:docMk/>
          <pc:sldMk cId="2670328286" sldId="266"/>
        </pc:sldMkLst>
        <pc:spChg chg="add mod">
          <ac:chgData name="Shivam Singh" userId="e52e9ba4b5bcdf08" providerId="LiveId" clId="{341AFF7A-C5CD-4491-9020-97A9030EB6ED}" dt="2026-08-15T06:52:17.081" v="152" actId="20577"/>
          <ac:spMkLst>
            <pc:docMk/>
            <pc:sldMk cId="2670328286" sldId="266"/>
            <ac:spMk id="2" creationId="{00000000-0000-0000-0000-000000000000}"/>
          </ac:spMkLst>
        </pc:spChg>
        <pc:spChg chg="add">
          <ac:chgData name="Shivam Singh" userId="e52e9ba4b5bcdf08" providerId="LiveId" clId="{341AFF7A-C5CD-4491-9020-97A9030EB6ED}" dt="2026-08-15T06:31:48.831" v="1" actId="26606"/>
          <ac:spMkLst>
            <pc:docMk/>
            <pc:sldMk cId="2670328286" sldId="266"/>
            <ac:spMk id="4" creationId="{00000000-0000-0000-0000-000000000000}"/>
          </ac:spMkLst>
        </pc:spChg>
        <pc:spChg chg="add">
          <ac:chgData name="Shivam Singh" userId="e52e9ba4b5bcdf08" providerId="LiveId" clId="{341AFF7A-C5CD-4491-9020-97A9030EB6ED}" dt="2026-08-15T06:31:48.831" v="1" actId="26606"/>
          <ac:spMkLst>
            <pc:docMk/>
            <pc:sldMk cId="2670328286" sldId="266"/>
            <ac:spMk id="10" creationId="{00000000-0000-0000-0000-000000000000}"/>
          </ac:spMkLst>
        </pc:spChg>
        <pc:spChg chg="add">
          <ac:chgData name="Shivam Singh" userId="e52e9ba4b5bcdf08" providerId="LiveId" clId="{341AFF7A-C5CD-4491-9020-97A9030EB6ED}" dt="2026-08-15T06:31:48.831" v="1" actId="26606"/>
          <ac:spMkLst>
            <pc:docMk/>
            <pc:sldMk cId="2670328286" sldId="266"/>
            <ac:spMk id="11" creationId="{00000000-0000-0000-0000-000000000000}"/>
          </ac:spMkLst>
        </pc:spChg>
        <pc:spChg chg="add">
          <ac:chgData name="Shivam Singh" userId="e52e9ba4b5bcdf08" providerId="LiveId" clId="{341AFF7A-C5CD-4491-9020-97A9030EB6ED}" dt="2026-08-15T06:31:48.831" v="1" actId="26606"/>
          <ac:spMkLst>
            <pc:docMk/>
            <pc:sldMk cId="2670328286" sldId="266"/>
            <ac:spMk id="14" creationId="{00000000-0000-0000-0000-000000000000}"/>
          </ac:spMkLst>
        </pc:spChg>
        <pc:spChg chg="add">
          <ac:chgData name="Shivam Singh" userId="e52e9ba4b5bcdf08" providerId="LiveId" clId="{341AFF7A-C5CD-4491-9020-97A9030EB6ED}" dt="2026-08-15T06:31:48.831" v="1" actId="26606"/>
          <ac:spMkLst>
            <pc:docMk/>
            <pc:sldMk cId="2670328286" sldId="266"/>
            <ac:spMk id="22" creationId="{00000000-0000-0000-0000-000000000000}"/>
          </ac:spMkLst>
        </pc:spChg>
        <pc:spChg chg="mod">
          <ac:chgData name="Shivam Singh" userId="e52e9ba4b5bcdf08" providerId="LiveId" clId="{341AFF7A-C5CD-4491-9020-97A9030EB6ED}" dt="2026-08-15T06:52:05.400" v="139" actId="26606"/>
          <ac:spMkLst>
            <pc:docMk/>
            <pc:sldMk cId="2670328286" sldId="266"/>
            <ac:spMk id="27" creationId="{00000000-0000-0000-0000-000000000000}"/>
          </ac:spMkLst>
        </pc:spChg>
        <pc:spChg chg="del">
          <ac:chgData name="Shivam Singh" userId="e52e9ba4b5bcdf08" providerId="LiveId" clId="{341AFF7A-C5CD-4491-9020-97A9030EB6ED}" dt="2026-08-15T06:31:48.831" v="1" actId="26606"/>
          <ac:spMkLst>
            <pc:docMk/>
            <pc:sldMk cId="2670328286" sldId="266"/>
            <ac:spMk id="29" creationId="{E84A01CD-2BE1-FDDB-260A-969013F59496}"/>
          </ac:spMkLst>
        </pc:spChg>
        <pc:spChg chg="del">
          <ac:chgData name="Shivam Singh" userId="e52e9ba4b5bcdf08" providerId="LiveId" clId="{341AFF7A-C5CD-4491-9020-97A9030EB6ED}" dt="2026-08-15T06:31:48.831" v="1" actId="26606"/>
          <ac:spMkLst>
            <pc:docMk/>
            <pc:sldMk cId="2670328286" sldId="266"/>
            <ac:spMk id="33" creationId="{C0818491-358C-500C-2EA6-7B6E151529C9}"/>
          </ac:spMkLst>
        </pc:spChg>
        <pc:spChg chg="mod replId">
          <ac:chgData name="Shivam Singh" userId="e52e9ba4b5bcdf08" providerId="LiveId" clId="{341AFF7A-C5CD-4491-9020-97A9030EB6ED}" dt="2026-08-15T06:31:47.763" v="0" actId="26606"/>
          <ac:spMkLst>
            <pc:docMk/>
            <pc:sldMk cId="2670328286" sldId="266"/>
            <ac:spMk id="38" creationId="{2050F279-71D7-44AB-CD4C-C62E3EBE4390}"/>
          </ac:spMkLst>
        </pc:spChg>
        <pc:spChg chg="mod replId">
          <ac:chgData name="Shivam Singh" userId="e52e9ba4b5bcdf08" providerId="LiveId" clId="{341AFF7A-C5CD-4491-9020-97A9030EB6ED}" dt="2026-08-15T06:31:47.763" v="0" actId="26606"/>
          <ac:spMkLst>
            <pc:docMk/>
            <pc:sldMk cId="2670328286" sldId="266"/>
            <ac:spMk id="40" creationId="{112B5E73-4F3D-5E96-BE8B-D878ECCD91D7}"/>
          </ac:spMkLst>
        </pc:spChg>
        <pc:spChg chg="mod replId">
          <ac:chgData name="Shivam Singh" userId="e52e9ba4b5bcdf08" providerId="LiveId" clId="{341AFF7A-C5CD-4491-9020-97A9030EB6ED}" dt="2026-08-15T06:31:47.763" v="0" actId="26606"/>
          <ac:spMkLst>
            <pc:docMk/>
            <pc:sldMk cId="2670328286" sldId="266"/>
            <ac:spMk id="41" creationId="{2EC0B8D4-C508-2485-52C8-0FF97864C8A4}"/>
          </ac:spMkLst>
        </pc:spChg>
        <pc:spChg chg="mod replId">
          <ac:chgData name="Shivam Singh" userId="e52e9ba4b5bcdf08" providerId="LiveId" clId="{341AFF7A-C5CD-4491-9020-97A9030EB6ED}" dt="2026-08-15T06:31:47.763" v="0" actId="26606"/>
          <ac:spMkLst>
            <pc:docMk/>
            <pc:sldMk cId="2670328286" sldId="266"/>
            <ac:spMk id="46" creationId="{0FAAF95F-F1AF-8A58-129B-473161F00556}"/>
          </ac:spMkLst>
        </pc:spChg>
        <pc:spChg chg="mod replId">
          <ac:chgData name="Shivam Singh" userId="e52e9ba4b5bcdf08" providerId="LiveId" clId="{341AFF7A-C5CD-4491-9020-97A9030EB6ED}" dt="2026-08-15T06:31:47.763" v="0" actId="26606"/>
          <ac:spMkLst>
            <pc:docMk/>
            <pc:sldMk cId="2670328286" sldId="266"/>
            <ac:spMk id="49" creationId="{7054A39B-CDBE-26A2-6903-DF0819F0CAC9}"/>
          </ac:spMkLst>
        </pc:spChg>
        <pc:spChg chg="mod replId">
          <ac:chgData name="Shivam Singh" userId="e52e9ba4b5bcdf08" providerId="LiveId" clId="{341AFF7A-C5CD-4491-9020-97A9030EB6ED}" dt="2026-08-15T06:31:47.763" v="0" actId="26606"/>
          <ac:spMkLst>
            <pc:docMk/>
            <pc:sldMk cId="2670328286" sldId="266"/>
            <ac:spMk id="51" creationId="{067B92AC-8FA5-E5B0-5100-616084941122}"/>
          </ac:spMkLst>
        </pc:spChg>
        <pc:spChg chg="del">
          <ac:chgData name="Shivam Singh" userId="e52e9ba4b5bcdf08" providerId="LiveId" clId="{341AFF7A-C5CD-4491-9020-97A9030EB6ED}" dt="2026-08-15T06:31:48.831" v="1" actId="26606"/>
          <ac:spMkLst>
            <pc:docMk/>
            <pc:sldMk cId="2670328286" sldId="266"/>
            <ac:spMk id="54" creationId="{1A3B6D4E-7B83-FC32-C0FE-A17212802FA5}"/>
          </ac:spMkLst>
        </pc:spChg>
        <pc:spChg chg="mod replId">
          <ac:chgData name="Shivam Singh" userId="e52e9ba4b5bcdf08" providerId="LiveId" clId="{341AFF7A-C5CD-4491-9020-97A9030EB6ED}" dt="2026-08-15T06:31:47.763" v="0" actId="26606"/>
          <ac:spMkLst>
            <pc:docMk/>
            <pc:sldMk cId="2670328286" sldId="266"/>
            <ac:spMk id="56" creationId="{19BED886-2CD5-CC66-B4F3-A05FBD0B3B6C}"/>
          </ac:spMkLst>
        </pc:spChg>
        <pc:spChg chg="mod replId">
          <ac:chgData name="Shivam Singh" userId="e52e9ba4b5bcdf08" providerId="LiveId" clId="{341AFF7A-C5CD-4491-9020-97A9030EB6ED}" dt="2026-08-15T06:31:47.763" v="0" actId="26606"/>
          <ac:spMkLst>
            <pc:docMk/>
            <pc:sldMk cId="2670328286" sldId="266"/>
            <ac:spMk id="59" creationId="{BB85AC27-BC8C-C32A-0378-D55BCCFF89DE}"/>
          </ac:spMkLst>
        </pc:spChg>
        <pc:spChg chg="mod replId">
          <ac:chgData name="Shivam Singh" userId="e52e9ba4b5bcdf08" providerId="LiveId" clId="{341AFF7A-C5CD-4491-9020-97A9030EB6ED}" dt="2026-08-15T06:31:47.763" v="0" actId="26606"/>
          <ac:spMkLst>
            <pc:docMk/>
            <pc:sldMk cId="2670328286" sldId="266"/>
            <ac:spMk id="60" creationId="{8087C42B-ABA5-80EE-CAD8-8D4AC0E43F2A}"/>
          </ac:spMkLst>
        </pc:spChg>
        <pc:spChg chg="del">
          <ac:chgData name="Shivam Singh" userId="e52e9ba4b5bcdf08" providerId="LiveId" clId="{341AFF7A-C5CD-4491-9020-97A9030EB6ED}" dt="2026-08-15T06:31:48.831" v="1" actId="26606"/>
          <ac:spMkLst>
            <pc:docMk/>
            <pc:sldMk cId="2670328286" sldId="266"/>
            <ac:spMk id="62" creationId="{9E448902-D0E8-1FB4-9127-21FCEA5FA74D}"/>
          </ac:spMkLst>
        </pc:spChg>
        <pc:spChg chg="mod replId">
          <ac:chgData name="Shivam Singh" userId="e52e9ba4b5bcdf08" providerId="LiveId" clId="{341AFF7A-C5CD-4491-9020-97A9030EB6ED}" dt="2026-08-15T06:31:47.763" v="0" actId="26606"/>
          <ac:spMkLst>
            <pc:docMk/>
            <pc:sldMk cId="2670328286" sldId="266"/>
            <ac:spMk id="63" creationId="{806162A1-EA57-6204-DBD1-1852DC048672}"/>
          </ac:spMkLst>
        </pc:spChg>
      </pc:sldChg>
      <pc:sldChg chg="addSp delSp modSp mod">
        <pc:chgData name="Shivam Singh" userId="e52e9ba4b5bcdf08" providerId="LiveId" clId="{341AFF7A-C5CD-4491-9020-97A9030EB6ED}" dt="2026-08-15T06:52:05.400" v="139" actId="26606"/>
        <pc:sldMkLst>
          <pc:docMk/>
          <pc:sldMk cId="0" sldId="267"/>
        </pc:sldMkLst>
        <pc:spChg chg="mod">
          <ac:chgData name="Shivam Singh" userId="e52e9ba4b5bcdf08" providerId="LiveId" clId="{341AFF7A-C5CD-4491-9020-97A9030EB6ED}" dt="2026-08-15T06:31:48.831" v="1" actId="26606"/>
          <ac:spMkLst>
            <pc:docMk/>
            <pc:sldMk cId="0" sldId="267"/>
            <ac:spMk id="6" creationId="{00000000-0000-0000-0000-000000000000}"/>
          </ac:spMkLst>
        </pc:spChg>
        <pc:spChg chg="mod">
          <ac:chgData name="Shivam Singh" userId="e52e9ba4b5bcdf08" providerId="LiveId" clId="{341AFF7A-C5CD-4491-9020-97A9030EB6ED}" dt="2026-08-15T06:52:05.400" v="139" actId="26606"/>
          <ac:spMkLst>
            <pc:docMk/>
            <pc:sldMk cId="0" sldId="267"/>
            <ac:spMk id="12" creationId="{00000000-0000-0000-0000-000000000000}"/>
          </ac:spMkLst>
        </pc:spChg>
        <pc:spChg chg="mod">
          <ac:chgData name="Shivam Singh" userId="e52e9ba4b5bcdf08" providerId="LiveId" clId="{341AFF7A-C5CD-4491-9020-97A9030EB6ED}" dt="2026-08-15T06:52:05.400" v="139" actId="26606"/>
          <ac:spMkLst>
            <pc:docMk/>
            <pc:sldMk cId="0" sldId="267"/>
            <ac:spMk id="16" creationId="{00000000-0000-0000-0000-000000000000}"/>
          </ac:spMkLst>
        </pc:spChg>
        <pc:spChg chg="del">
          <ac:chgData name="Shivam Singh" userId="e52e9ba4b5bcdf08" providerId="LiveId" clId="{341AFF7A-C5CD-4491-9020-97A9030EB6ED}" dt="2026-08-15T06:31:48.831" v="1" actId="26606"/>
          <ac:spMkLst>
            <pc:docMk/>
            <pc:sldMk cId="0" sldId="267"/>
            <ac:spMk id="17" creationId="{00000000-0000-0000-0000-000000000000}"/>
          </ac:spMkLst>
        </pc:spChg>
        <pc:spChg chg="del">
          <ac:chgData name="Shivam Singh" userId="e52e9ba4b5bcdf08" providerId="LiveId" clId="{341AFF7A-C5CD-4491-9020-97A9030EB6ED}" dt="2026-08-15T06:31:48.831" v="1" actId="26606"/>
          <ac:spMkLst>
            <pc:docMk/>
            <pc:sldMk cId="0" sldId="267"/>
            <ac:spMk id="18" creationId="{00000000-0000-0000-0000-000000000000}"/>
          </ac:spMkLst>
        </pc:spChg>
        <pc:spChg chg="del">
          <ac:chgData name="Shivam Singh" userId="e52e9ba4b5bcdf08" providerId="LiveId" clId="{341AFF7A-C5CD-4491-9020-97A9030EB6ED}" dt="2026-08-15T06:31:48.831" v="1" actId="26606"/>
          <ac:spMkLst>
            <pc:docMk/>
            <pc:sldMk cId="0" sldId="267"/>
            <ac:spMk id="19" creationId="{00000000-0000-0000-0000-000000000000}"/>
          </ac:spMkLst>
        </pc:spChg>
        <pc:spChg chg="del">
          <ac:chgData name="Shivam Singh" userId="e52e9ba4b5bcdf08" providerId="LiveId" clId="{341AFF7A-C5CD-4491-9020-97A9030EB6ED}" dt="2026-08-15T06:31:48.831" v="1" actId="26606"/>
          <ac:spMkLst>
            <pc:docMk/>
            <pc:sldMk cId="0" sldId="267"/>
            <ac:spMk id="23" creationId="{00000000-0000-0000-0000-000000000000}"/>
          </ac:spMkLst>
        </pc:spChg>
        <pc:spChg chg="del">
          <ac:chgData name="Shivam Singh" userId="e52e9ba4b5bcdf08" providerId="LiveId" clId="{341AFF7A-C5CD-4491-9020-97A9030EB6ED}" dt="2026-08-15T06:31:48.831" v="1" actId="26606"/>
          <ac:spMkLst>
            <pc:docMk/>
            <pc:sldMk cId="0" sldId="267"/>
            <ac:spMk id="32" creationId="{00000000-0000-0000-0000-000000000000}"/>
          </ac:spMkLst>
        </pc:spChg>
        <pc:spChg chg="del">
          <ac:chgData name="Shivam Singh" userId="e52e9ba4b5bcdf08" providerId="LiveId" clId="{341AFF7A-C5CD-4491-9020-97A9030EB6ED}" dt="2026-08-15T06:31:48.831" v="1" actId="26606"/>
          <ac:spMkLst>
            <pc:docMk/>
            <pc:sldMk cId="0" sldId="267"/>
            <ac:spMk id="40" creationId="{00000000-0000-0000-0000-000000000000}"/>
          </ac:spMkLst>
        </pc:spChg>
        <pc:spChg chg="del">
          <ac:chgData name="Shivam Singh" userId="e52e9ba4b5bcdf08" providerId="LiveId" clId="{341AFF7A-C5CD-4491-9020-97A9030EB6ED}" dt="2026-08-15T06:31:48.831" v="1" actId="26606"/>
          <ac:spMkLst>
            <pc:docMk/>
            <pc:sldMk cId="0" sldId="267"/>
            <ac:spMk id="41" creationId="{00000000-0000-0000-0000-000000000000}"/>
          </ac:spMkLst>
        </pc:spChg>
        <pc:spChg chg="del">
          <ac:chgData name="Shivam Singh" userId="e52e9ba4b5bcdf08" providerId="LiveId" clId="{341AFF7A-C5CD-4491-9020-97A9030EB6ED}" dt="2026-08-15T06:31:48.831" v="1" actId="26606"/>
          <ac:spMkLst>
            <pc:docMk/>
            <pc:sldMk cId="0" sldId="267"/>
            <ac:spMk id="43" creationId="{00000000-0000-0000-0000-000000000000}"/>
          </ac:spMkLst>
        </pc:spChg>
        <pc:spChg chg="del">
          <ac:chgData name="Shivam Singh" userId="e52e9ba4b5bcdf08" providerId="LiveId" clId="{341AFF7A-C5CD-4491-9020-97A9030EB6ED}" dt="2026-08-15T06:31:48.831" v="1" actId="26606"/>
          <ac:spMkLst>
            <pc:docMk/>
            <pc:sldMk cId="0" sldId="267"/>
            <ac:spMk id="44" creationId="{00000000-0000-0000-0000-000000000000}"/>
          </ac:spMkLst>
        </pc:spChg>
        <pc:spChg chg="mod replId">
          <ac:chgData name="Shivam Singh" userId="e52e9ba4b5bcdf08" providerId="LiveId" clId="{341AFF7A-C5CD-4491-9020-97A9030EB6ED}" dt="2026-08-15T06:31:47.763" v="0" actId="26606"/>
          <ac:spMkLst>
            <pc:docMk/>
            <pc:sldMk cId="0" sldId="267"/>
            <ac:spMk id="57" creationId="{00000000-0000-0000-0000-000000000000}"/>
          </ac:spMkLst>
        </pc:spChg>
        <pc:spChg chg="mod replId">
          <ac:chgData name="Shivam Singh" userId="e52e9ba4b5bcdf08" providerId="LiveId" clId="{341AFF7A-C5CD-4491-9020-97A9030EB6ED}" dt="2026-08-15T06:31:47.763" v="0" actId="26606"/>
          <ac:spMkLst>
            <pc:docMk/>
            <pc:sldMk cId="0" sldId="267"/>
            <ac:spMk id="58" creationId="{00000000-0000-0000-0000-000000000000}"/>
          </ac:spMkLst>
        </pc:spChg>
        <pc:spChg chg="mod replId">
          <ac:chgData name="Shivam Singh" userId="e52e9ba4b5bcdf08" providerId="LiveId" clId="{341AFF7A-C5CD-4491-9020-97A9030EB6ED}" dt="2026-08-15T06:31:47.763" v="0" actId="26606"/>
          <ac:spMkLst>
            <pc:docMk/>
            <pc:sldMk cId="0" sldId="267"/>
            <ac:spMk id="59" creationId="{00000000-0000-0000-0000-000000000000}"/>
          </ac:spMkLst>
        </pc:spChg>
        <pc:spChg chg="mod replId">
          <ac:chgData name="Shivam Singh" userId="e52e9ba4b5bcdf08" providerId="LiveId" clId="{341AFF7A-C5CD-4491-9020-97A9030EB6ED}" dt="2026-08-15T06:31:47.763" v="0" actId="26606"/>
          <ac:spMkLst>
            <pc:docMk/>
            <pc:sldMk cId="0" sldId="267"/>
            <ac:spMk id="60" creationId="{00000000-0000-0000-0000-000000000000}"/>
          </ac:spMkLst>
        </pc:spChg>
      </pc:sldChg>
      <pc:sldChg chg="addSp delSp modSp mod setBg">
        <pc:chgData name="Shivam Singh" userId="e52e9ba4b5bcdf08" providerId="LiveId" clId="{341AFF7A-C5CD-4491-9020-97A9030EB6ED}" dt="2026-08-15T06:31:48.831" v="1" actId="26606"/>
        <pc:sldMkLst>
          <pc:docMk/>
          <pc:sldMk cId="0" sldId="269"/>
        </pc:sldMkLst>
        <pc:spChg chg="mod">
          <ac:chgData name="Shivam Singh" userId="e52e9ba4b5bcdf08" providerId="LiveId" clId="{341AFF7A-C5CD-4491-9020-97A9030EB6ED}" dt="2026-08-15T06:31:48.831" v="1" actId="26606"/>
          <ac:spMkLst>
            <pc:docMk/>
            <pc:sldMk cId="0" sldId="269"/>
            <ac:spMk id="3" creationId="{00000000-0000-0000-0000-000000000000}"/>
          </ac:spMkLst>
        </pc:spChg>
        <pc:spChg chg="add">
          <ac:chgData name="Shivam Singh" userId="e52e9ba4b5bcdf08" providerId="LiveId" clId="{341AFF7A-C5CD-4491-9020-97A9030EB6ED}" dt="2026-08-15T06:31:48.831" v="1" actId="26606"/>
          <ac:spMkLst>
            <pc:docMk/>
            <pc:sldMk cId="0" sldId="269"/>
            <ac:spMk id="6" creationId="{00000000-0000-0000-0000-000000000000}"/>
          </ac:spMkLst>
        </pc:spChg>
        <pc:spChg chg="add">
          <ac:chgData name="Shivam Singh" userId="e52e9ba4b5bcdf08" providerId="LiveId" clId="{341AFF7A-C5CD-4491-9020-97A9030EB6ED}" dt="2026-08-15T06:31:48.831" v="1" actId="26606"/>
          <ac:spMkLst>
            <pc:docMk/>
            <pc:sldMk cId="0" sldId="269"/>
            <ac:spMk id="8" creationId="{00000000-0000-0000-0000-000000000000}"/>
          </ac:spMkLst>
        </pc:spChg>
        <pc:spChg chg="add">
          <ac:chgData name="Shivam Singh" userId="e52e9ba4b5bcdf08" providerId="LiveId" clId="{341AFF7A-C5CD-4491-9020-97A9030EB6ED}" dt="2026-08-15T06:31:48.831" v="1" actId="26606"/>
          <ac:spMkLst>
            <pc:docMk/>
            <pc:sldMk cId="0" sldId="269"/>
            <ac:spMk id="9" creationId="{00000000-0000-0000-0000-000000000000}"/>
          </ac:spMkLst>
        </pc:spChg>
        <pc:spChg chg="mod">
          <ac:chgData name="Shivam Singh" userId="e52e9ba4b5bcdf08" providerId="LiveId" clId="{341AFF7A-C5CD-4491-9020-97A9030EB6ED}" dt="2026-08-15T06:31:48.831" v="1" actId="26606"/>
          <ac:spMkLst>
            <pc:docMk/>
            <pc:sldMk cId="0" sldId="269"/>
            <ac:spMk id="20" creationId="{00000000-0000-0000-0000-000000000000}"/>
          </ac:spMkLst>
        </pc:spChg>
        <pc:spChg chg="mod">
          <ac:chgData name="Shivam Singh" userId="e52e9ba4b5bcdf08" providerId="LiveId" clId="{341AFF7A-C5CD-4491-9020-97A9030EB6ED}" dt="2026-08-15T06:31:48.831" v="1" actId="26606"/>
          <ac:spMkLst>
            <pc:docMk/>
            <pc:sldMk cId="0" sldId="269"/>
            <ac:spMk id="21" creationId="{00000000-0000-0000-0000-000000000000}"/>
          </ac:spMkLst>
        </pc:spChg>
        <pc:spChg chg="mod">
          <ac:chgData name="Shivam Singh" userId="e52e9ba4b5bcdf08" providerId="LiveId" clId="{341AFF7A-C5CD-4491-9020-97A9030EB6ED}" dt="2026-08-15T06:31:48.831" v="1" actId="26606"/>
          <ac:spMkLst>
            <pc:docMk/>
            <pc:sldMk cId="0" sldId="269"/>
            <ac:spMk id="24" creationId="{00000000-0000-0000-0000-000000000000}"/>
          </ac:spMkLst>
        </pc:spChg>
        <pc:spChg chg="mod">
          <ac:chgData name="Shivam Singh" userId="e52e9ba4b5bcdf08" providerId="LiveId" clId="{341AFF7A-C5CD-4491-9020-97A9030EB6ED}" dt="2026-08-15T06:31:48.831" v="1" actId="26606"/>
          <ac:spMkLst>
            <pc:docMk/>
            <pc:sldMk cId="0" sldId="269"/>
            <ac:spMk id="27" creationId="{00000000-0000-0000-0000-000000000000}"/>
          </ac:spMkLst>
        </pc:spChg>
        <pc:spChg chg="del">
          <ac:chgData name="Shivam Singh" userId="e52e9ba4b5bcdf08" providerId="LiveId" clId="{341AFF7A-C5CD-4491-9020-97A9030EB6ED}" dt="2026-08-15T06:31:48.831" v="1" actId="26606"/>
          <ac:spMkLst>
            <pc:docMk/>
            <pc:sldMk cId="0" sldId="269"/>
            <ac:spMk id="32" creationId="{00000000-0000-0000-0000-000000000000}"/>
          </ac:spMkLst>
        </pc:spChg>
        <pc:spChg chg="del">
          <ac:chgData name="Shivam Singh" userId="e52e9ba4b5bcdf08" providerId="LiveId" clId="{341AFF7A-C5CD-4491-9020-97A9030EB6ED}" dt="2026-08-15T06:31:48.831" v="1" actId="26606"/>
          <ac:spMkLst>
            <pc:docMk/>
            <pc:sldMk cId="0" sldId="269"/>
            <ac:spMk id="57" creationId="{00000000-0000-0000-0000-000000000000}"/>
          </ac:spMkLst>
        </pc:spChg>
        <pc:spChg chg="mod replId">
          <ac:chgData name="Shivam Singh" userId="e52e9ba4b5bcdf08" providerId="LiveId" clId="{341AFF7A-C5CD-4491-9020-97A9030EB6ED}" dt="2026-08-15T06:31:47.763" v="0" actId="26606"/>
          <ac:spMkLst>
            <pc:docMk/>
            <pc:sldMk cId="0" sldId="269"/>
            <ac:spMk id="60" creationId="{00000000-0000-0000-0000-000000000000}"/>
          </ac:spMkLst>
        </pc:spChg>
        <pc:picChg chg="mod replId">
          <ac:chgData name="Shivam Singh" userId="e52e9ba4b5bcdf08" providerId="LiveId" clId="{341AFF7A-C5CD-4491-9020-97A9030EB6ED}" dt="2026-08-15T06:31:47.763" v="0" actId="26606"/>
          <ac:picMkLst>
            <pc:docMk/>
            <pc:sldMk cId="0" sldId="269"/>
            <ac:picMk id="59" creationId="{00000000-0000-0000-0000-000000000000}"/>
          </ac:picMkLst>
        </pc:picChg>
      </pc:sldChg>
      <pc:sldChg chg="addSp delSp modSp del mod ord">
        <pc:chgData name="Shivam Singh" userId="e52e9ba4b5bcdf08" providerId="LiveId" clId="{341AFF7A-C5CD-4491-9020-97A9030EB6ED}" dt="2026-08-15T06:56:09.641" v="221" actId="47"/>
        <pc:sldMkLst>
          <pc:docMk/>
          <pc:sldMk cId="0" sldId="270"/>
        </pc:sldMkLst>
        <pc:spChg chg="del mod">
          <ac:chgData name="Shivam Singh" userId="e52e9ba4b5bcdf08" providerId="LiveId" clId="{341AFF7A-C5CD-4491-9020-97A9030EB6ED}" dt="2026-08-15T06:55:22.985" v="192"/>
          <ac:spMkLst>
            <pc:docMk/>
            <pc:sldMk cId="0" sldId="270"/>
            <ac:spMk id="2" creationId="{00000000-0000-0000-0000-000000000000}"/>
          </ac:spMkLst>
        </pc:spChg>
        <pc:spChg chg="mod">
          <ac:chgData name="Shivam Singh" userId="e52e9ba4b5bcdf08" providerId="LiveId" clId="{341AFF7A-C5CD-4491-9020-97A9030EB6ED}" dt="2026-08-15T06:31:48.831" v="1" actId="26606"/>
          <ac:spMkLst>
            <pc:docMk/>
            <pc:sldMk cId="0" sldId="270"/>
            <ac:spMk id="3" creationId="{00000000-0000-0000-0000-000000000000}"/>
          </ac:spMkLst>
        </pc:spChg>
        <pc:spChg chg="del mod">
          <ac:chgData name="Shivam Singh" userId="e52e9ba4b5bcdf08" providerId="LiveId" clId="{341AFF7A-C5CD-4491-9020-97A9030EB6ED}" dt="2026-08-15T06:53:35.768" v="159"/>
          <ac:spMkLst>
            <pc:docMk/>
            <pc:sldMk cId="0" sldId="270"/>
            <ac:spMk id="4" creationId="{00000000-0000-0000-0000-000000000000}"/>
          </ac:spMkLst>
        </pc:spChg>
        <pc:spChg chg="del">
          <ac:chgData name="Shivam Singh" userId="e52e9ba4b5bcdf08" providerId="LiveId" clId="{341AFF7A-C5CD-4491-9020-97A9030EB6ED}" dt="2026-08-15T06:54:11.462" v="163" actId="21"/>
          <ac:spMkLst>
            <pc:docMk/>
            <pc:sldMk cId="0" sldId="270"/>
            <ac:spMk id="7" creationId="{00000000-0000-0000-0000-000000000000}"/>
          </ac:spMkLst>
        </pc:spChg>
        <pc:spChg chg="del mod">
          <ac:chgData name="Shivam Singh" userId="e52e9ba4b5bcdf08" providerId="LiveId" clId="{341AFF7A-C5CD-4491-9020-97A9030EB6ED}" dt="2026-08-15T06:54:11.462" v="163" actId="21"/>
          <ac:spMkLst>
            <pc:docMk/>
            <pc:sldMk cId="0" sldId="270"/>
            <ac:spMk id="8" creationId="{00000000-0000-0000-0000-000000000000}"/>
          </ac:spMkLst>
        </pc:spChg>
        <pc:spChg chg="del mod">
          <ac:chgData name="Shivam Singh" userId="e52e9ba4b5bcdf08" providerId="LiveId" clId="{341AFF7A-C5CD-4491-9020-97A9030EB6ED}" dt="2026-08-15T06:54:11.462" v="163" actId="21"/>
          <ac:spMkLst>
            <pc:docMk/>
            <pc:sldMk cId="0" sldId="270"/>
            <ac:spMk id="9" creationId="{00000000-0000-0000-0000-000000000000}"/>
          </ac:spMkLst>
        </pc:spChg>
        <pc:spChg chg="del">
          <ac:chgData name="Shivam Singh" userId="e52e9ba4b5bcdf08" providerId="LiveId" clId="{341AFF7A-C5CD-4491-9020-97A9030EB6ED}" dt="2026-08-15T06:54:11.462" v="163" actId="21"/>
          <ac:spMkLst>
            <pc:docMk/>
            <pc:sldMk cId="0" sldId="270"/>
            <ac:spMk id="10" creationId="{00000000-0000-0000-0000-000000000000}"/>
          </ac:spMkLst>
        </pc:spChg>
        <pc:spChg chg="del">
          <ac:chgData name="Shivam Singh" userId="e52e9ba4b5bcdf08" providerId="LiveId" clId="{341AFF7A-C5CD-4491-9020-97A9030EB6ED}" dt="2026-08-15T06:54:11.462" v="163" actId="21"/>
          <ac:spMkLst>
            <pc:docMk/>
            <pc:sldMk cId="0" sldId="270"/>
            <ac:spMk id="11" creationId="{00000000-0000-0000-0000-000000000000}"/>
          </ac:spMkLst>
        </pc:spChg>
        <pc:spChg chg="del mod">
          <ac:chgData name="Shivam Singh" userId="e52e9ba4b5bcdf08" providerId="LiveId" clId="{341AFF7A-C5CD-4491-9020-97A9030EB6ED}" dt="2026-08-15T06:54:11.462" v="163" actId="21"/>
          <ac:spMkLst>
            <pc:docMk/>
            <pc:sldMk cId="0" sldId="270"/>
            <ac:spMk id="12" creationId="{00000000-0000-0000-0000-000000000000}"/>
          </ac:spMkLst>
        </pc:spChg>
        <pc:spChg chg="del">
          <ac:chgData name="Shivam Singh" userId="e52e9ba4b5bcdf08" providerId="LiveId" clId="{341AFF7A-C5CD-4491-9020-97A9030EB6ED}" dt="2026-08-15T06:54:11.462" v="163" actId="21"/>
          <ac:spMkLst>
            <pc:docMk/>
            <pc:sldMk cId="0" sldId="270"/>
            <ac:spMk id="13" creationId="{00000000-0000-0000-0000-000000000000}"/>
          </ac:spMkLst>
        </pc:spChg>
        <pc:spChg chg="mod">
          <ac:chgData name="Shivam Singh" userId="e52e9ba4b5bcdf08" providerId="LiveId" clId="{341AFF7A-C5CD-4491-9020-97A9030EB6ED}" dt="2026-08-15T06:52:05.400" v="139" actId="26606"/>
          <ac:spMkLst>
            <pc:docMk/>
            <pc:sldMk cId="0" sldId="270"/>
            <ac:spMk id="14" creationId="{00000000-0000-0000-0000-000000000000}"/>
          </ac:spMkLst>
        </pc:spChg>
        <pc:spChg chg="del">
          <ac:chgData name="Shivam Singh" userId="e52e9ba4b5bcdf08" providerId="LiveId" clId="{341AFF7A-C5CD-4491-9020-97A9030EB6ED}" dt="2026-08-15T06:54:11.462" v="163" actId="21"/>
          <ac:spMkLst>
            <pc:docMk/>
            <pc:sldMk cId="0" sldId="270"/>
            <ac:spMk id="15" creationId="{00000000-0000-0000-0000-000000000000}"/>
          </ac:spMkLst>
        </pc:spChg>
        <pc:spChg chg="del mod">
          <ac:chgData name="Shivam Singh" userId="e52e9ba4b5bcdf08" providerId="LiveId" clId="{341AFF7A-C5CD-4491-9020-97A9030EB6ED}" dt="2026-08-15T06:54:11.462" v="163" actId="21"/>
          <ac:spMkLst>
            <pc:docMk/>
            <pc:sldMk cId="0" sldId="270"/>
            <ac:spMk id="17" creationId="{00000000-0000-0000-0000-000000000000}"/>
          </ac:spMkLst>
        </pc:spChg>
        <pc:spChg chg="del mod">
          <ac:chgData name="Shivam Singh" userId="e52e9ba4b5bcdf08" providerId="LiveId" clId="{341AFF7A-C5CD-4491-9020-97A9030EB6ED}" dt="2026-08-15T06:54:11.462" v="163" actId="21"/>
          <ac:spMkLst>
            <pc:docMk/>
            <pc:sldMk cId="0" sldId="270"/>
            <ac:spMk id="18" creationId="{00000000-0000-0000-0000-000000000000}"/>
          </ac:spMkLst>
        </pc:spChg>
        <pc:spChg chg="del">
          <ac:chgData name="Shivam Singh" userId="e52e9ba4b5bcdf08" providerId="LiveId" clId="{341AFF7A-C5CD-4491-9020-97A9030EB6ED}" dt="2026-08-15T06:31:48.831" v="1" actId="26606"/>
          <ac:spMkLst>
            <pc:docMk/>
            <pc:sldMk cId="0" sldId="270"/>
            <ac:spMk id="20" creationId="{00000000-0000-0000-0000-000000000000}"/>
          </ac:spMkLst>
        </pc:spChg>
        <pc:spChg chg="del">
          <ac:chgData name="Shivam Singh" userId="e52e9ba4b5bcdf08" providerId="LiveId" clId="{341AFF7A-C5CD-4491-9020-97A9030EB6ED}" dt="2026-08-15T06:31:48.831" v="1" actId="26606"/>
          <ac:spMkLst>
            <pc:docMk/>
            <pc:sldMk cId="0" sldId="270"/>
            <ac:spMk id="21" creationId="{00000000-0000-0000-0000-000000000000}"/>
          </ac:spMkLst>
        </pc:spChg>
        <pc:spChg chg="mod replId">
          <ac:chgData name="Shivam Singh" userId="e52e9ba4b5bcdf08" providerId="LiveId" clId="{341AFF7A-C5CD-4491-9020-97A9030EB6ED}" dt="2026-08-15T06:31:47.763" v="0" actId="26606"/>
          <ac:spMkLst>
            <pc:docMk/>
            <pc:sldMk cId="0" sldId="270"/>
            <ac:spMk id="31" creationId="{00000000-0000-0000-0000-000000000000}"/>
          </ac:spMkLst>
        </pc:spChg>
        <pc:spChg chg="del mod replId">
          <ac:chgData name="Shivam Singh" userId="e52e9ba4b5bcdf08" providerId="LiveId" clId="{341AFF7A-C5CD-4491-9020-97A9030EB6ED}" dt="2026-08-15T06:31:48.831" v="1" actId="26606"/>
          <ac:spMkLst>
            <pc:docMk/>
            <pc:sldMk cId="0" sldId="270"/>
            <ac:spMk id="32" creationId="{00000000-0000-0000-0000-000000000000}"/>
          </ac:spMkLst>
        </pc:spChg>
        <pc:spChg chg="del mod replId">
          <ac:chgData name="Shivam Singh" userId="e52e9ba4b5bcdf08" providerId="LiveId" clId="{341AFF7A-C5CD-4491-9020-97A9030EB6ED}" dt="2026-08-15T06:31:48.831" v="1" actId="26606"/>
          <ac:spMkLst>
            <pc:docMk/>
            <pc:sldMk cId="0" sldId="270"/>
            <ac:spMk id="33" creationId="{00000000-0000-0000-0000-000000000000}"/>
          </ac:spMkLst>
        </pc:spChg>
      </pc:sldChg>
      <pc:sldChg chg="addSp delSp modSp mod">
        <pc:chgData name="Shivam Singh" userId="e52e9ba4b5bcdf08" providerId="LiveId" clId="{341AFF7A-C5CD-4491-9020-97A9030EB6ED}" dt="2026-08-15T06:52:05.400" v="139" actId="26606"/>
        <pc:sldMkLst>
          <pc:docMk/>
          <pc:sldMk cId="0" sldId="271"/>
        </pc:sldMkLst>
        <pc:spChg chg="mod">
          <ac:chgData name="Shivam Singh" userId="e52e9ba4b5bcdf08" providerId="LiveId" clId="{341AFF7A-C5CD-4491-9020-97A9030EB6ED}" dt="2026-08-15T06:31:48.831" v="1" actId="26606"/>
          <ac:spMkLst>
            <pc:docMk/>
            <pc:sldMk cId="0" sldId="271"/>
            <ac:spMk id="4" creationId="{00000000-0000-0000-0000-000000000000}"/>
          </ac:spMkLst>
        </pc:spChg>
        <pc:spChg chg="mod">
          <ac:chgData name="Shivam Singh" userId="e52e9ba4b5bcdf08" providerId="LiveId" clId="{341AFF7A-C5CD-4491-9020-97A9030EB6ED}" dt="2026-08-15T06:31:48.831" v="1" actId="26606"/>
          <ac:spMkLst>
            <pc:docMk/>
            <pc:sldMk cId="0" sldId="271"/>
            <ac:spMk id="7" creationId="{00000000-0000-0000-0000-000000000000}"/>
          </ac:spMkLst>
        </pc:spChg>
        <pc:spChg chg="mod">
          <ac:chgData name="Shivam Singh" userId="e52e9ba4b5bcdf08" providerId="LiveId" clId="{341AFF7A-C5CD-4491-9020-97A9030EB6ED}" dt="2026-08-15T06:31:48.831" v="1" actId="26606"/>
          <ac:spMkLst>
            <pc:docMk/>
            <pc:sldMk cId="0" sldId="271"/>
            <ac:spMk id="8" creationId="{00000000-0000-0000-0000-000000000000}"/>
          </ac:spMkLst>
        </pc:spChg>
        <pc:spChg chg="mod">
          <ac:chgData name="Shivam Singh" userId="e52e9ba4b5bcdf08" providerId="LiveId" clId="{341AFF7A-C5CD-4491-9020-97A9030EB6ED}" dt="2026-08-15T06:31:48.831" v="1" actId="26606"/>
          <ac:spMkLst>
            <pc:docMk/>
            <pc:sldMk cId="0" sldId="271"/>
            <ac:spMk id="9" creationId="{00000000-0000-0000-0000-000000000000}"/>
          </ac:spMkLst>
        </pc:spChg>
        <pc:spChg chg="mod">
          <ac:chgData name="Shivam Singh" userId="e52e9ba4b5bcdf08" providerId="LiveId" clId="{341AFF7A-C5CD-4491-9020-97A9030EB6ED}" dt="2026-08-15T06:31:48.831" v="1" actId="26606"/>
          <ac:spMkLst>
            <pc:docMk/>
            <pc:sldMk cId="0" sldId="271"/>
            <ac:spMk id="12" creationId="{00000000-0000-0000-0000-000000000000}"/>
          </ac:spMkLst>
        </pc:spChg>
        <pc:spChg chg="mod">
          <ac:chgData name="Shivam Singh" userId="e52e9ba4b5bcdf08" providerId="LiveId" clId="{341AFF7A-C5CD-4491-9020-97A9030EB6ED}" dt="2026-08-15T06:31:48.831" v="1" actId="26606"/>
          <ac:spMkLst>
            <pc:docMk/>
            <pc:sldMk cId="0" sldId="271"/>
            <ac:spMk id="16" creationId="{00000000-0000-0000-0000-000000000000}"/>
          </ac:spMkLst>
        </pc:spChg>
        <pc:spChg chg="mod">
          <ac:chgData name="Shivam Singh" userId="e52e9ba4b5bcdf08" providerId="LiveId" clId="{341AFF7A-C5CD-4491-9020-97A9030EB6ED}" dt="2026-08-15T06:31:48.831" v="1" actId="26606"/>
          <ac:spMkLst>
            <pc:docMk/>
            <pc:sldMk cId="0" sldId="271"/>
            <ac:spMk id="17" creationId="{00000000-0000-0000-0000-000000000000}"/>
          </ac:spMkLst>
        </pc:spChg>
        <pc:spChg chg="add">
          <ac:chgData name="Shivam Singh" userId="e52e9ba4b5bcdf08" providerId="LiveId" clId="{341AFF7A-C5CD-4491-9020-97A9030EB6ED}" dt="2026-08-15T06:31:48.831" v="1" actId="26606"/>
          <ac:spMkLst>
            <pc:docMk/>
            <pc:sldMk cId="0" sldId="271"/>
            <ac:spMk id="21" creationId="{00000000-0000-0000-0000-000000000000}"/>
          </ac:spMkLst>
        </pc:spChg>
        <pc:spChg chg="mod">
          <ac:chgData name="Shivam Singh" userId="e52e9ba4b5bcdf08" providerId="LiveId" clId="{341AFF7A-C5CD-4491-9020-97A9030EB6ED}" dt="2026-08-15T06:52:05.400" v="139" actId="26606"/>
          <ac:spMkLst>
            <pc:docMk/>
            <pc:sldMk cId="0" sldId="271"/>
            <ac:spMk id="26" creationId="{00000000-0000-0000-0000-000000000000}"/>
          </ac:spMkLst>
        </pc:spChg>
        <pc:spChg chg="add">
          <ac:chgData name="Shivam Singh" userId="e52e9ba4b5bcdf08" providerId="LiveId" clId="{341AFF7A-C5CD-4491-9020-97A9030EB6ED}" dt="2026-08-15T06:31:48.831" v="1" actId="26606"/>
          <ac:spMkLst>
            <pc:docMk/>
            <pc:sldMk cId="0" sldId="271"/>
            <ac:spMk id="27" creationId="{00000000-0000-0000-0000-000000000000}"/>
          </ac:spMkLst>
        </pc:spChg>
        <pc:spChg chg="mod">
          <ac:chgData name="Shivam Singh" userId="e52e9ba4b5bcdf08" providerId="LiveId" clId="{341AFF7A-C5CD-4491-9020-97A9030EB6ED}" dt="2026-08-15T06:52:05.400" v="139" actId="26606"/>
          <ac:spMkLst>
            <pc:docMk/>
            <pc:sldMk cId="0" sldId="271"/>
            <ac:spMk id="30" creationId="{00000000-0000-0000-0000-000000000000}"/>
          </ac:spMkLst>
        </pc:spChg>
        <pc:spChg chg="mod replId">
          <ac:chgData name="Shivam Singh" userId="e52e9ba4b5bcdf08" providerId="LiveId" clId="{341AFF7A-C5CD-4491-9020-97A9030EB6ED}" dt="2026-08-15T06:31:47.763" v="0" actId="26606"/>
          <ac:spMkLst>
            <pc:docMk/>
            <pc:sldMk cId="0" sldId="271"/>
            <ac:spMk id="31" creationId="{00000000-0000-0000-0000-000000000000}"/>
          </ac:spMkLst>
        </pc:spChg>
        <pc:spChg chg="mod replId">
          <ac:chgData name="Shivam Singh" userId="e52e9ba4b5bcdf08" providerId="LiveId" clId="{341AFF7A-C5CD-4491-9020-97A9030EB6ED}" dt="2026-08-15T06:31:47.763" v="0" actId="26606"/>
          <ac:spMkLst>
            <pc:docMk/>
            <pc:sldMk cId="0" sldId="271"/>
            <ac:spMk id="32" creationId="{00000000-0000-0000-0000-000000000000}"/>
          </ac:spMkLst>
        </pc:spChg>
        <pc:spChg chg="del mod replId">
          <ac:chgData name="Shivam Singh" userId="e52e9ba4b5bcdf08" providerId="LiveId" clId="{341AFF7A-C5CD-4491-9020-97A9030EB6ED}" dt="2026-08-15T06:31:48.831" v="1" actId="26606"/>
          <ac:spMkLst>
            <pc:docMk/>
            <pc:sldMk cId="0" sldId="271"/>
            <ac:spMk id="33" creationId="{00000000-0000-0000-0000-000000000000}"/>
          </ac:spMkLst>
        </pc:spChg>
        <pc:picChg chg="mod replId">
          <ac:chgData name="Shivam Singh" userId="e52e9ba4b5bcdf08" providerId="LiveId" clId="{341AFF7A-C5CD-4491-9020-97A9030EB6ED}" dt="2026-08-15T06:31:47.763" v="0" actId="26606"/>
          <ac:picMkLst>
            <pc:docMk/>
            <pc:sldMk cId="0" sldId="271"/>
            <ac:picMk id="34" creationId="{00000000-0000-0000-0000-000000000000}"/>
          </ac:picMkLst>
        </pc:picChg>
      </pc:sldChg>
      <pc:sldChg chg="addSp delSp modSp del mod ord">
        <pc:chgData name="Shivam Singh" userId="e52e9ba4b5bcdf08" providerId="LiveId" clId="{341AFF7A-C5CD-4491-9020-97A9030EB6ED}" dt="2026-08-15T06:41:07.439" v="79" actId="2696"/>
        <pc:sldMkLst>
          <pc:docMk/>
          <pc:sldMk cId="0" sldId="274"/>
        </pc:sldMkLst>
        <pc:spChg chg="mod">
          <ac:chgData name="Shivam Singh" userId="e52e9ba4b5bcdf08" providerId="LiveId" clId="{341AFF7A-C5CD-4491-9020-97A9030EB6ED}" dt="2026-08-15T06:38:08.464" v="61"/>
          <ac:spMkLst>
            <pc:docMk/>
            <pc:sldMk cId="0" sldId="274"/>
            <ac:spMk id="2" creationId="{00000000-0000-0000-0000-000000000000}"/>
          </ac:spMkLst>
        </pc:spChg>
        <pc:spChg chg="mod">
          <ac:chgData name="Shivam Singh" userId="e52e9ba4b5bcdf08" providerId="LiveId" clId="{341AFF7A-C5CD-4491-9020-97A9030EB6ED}" dt="2026-08-15T06:31:48.831" v="1" actId="26606"/>
          <ac:spMkLst>
            <pc:docMk/>
            <pc:sldMk cId="0" sldId="274"/>
            <ac:spMk id="7" creationId="{00000000-0000-0000-0000-000000000000}"/>
          </ac:spMkLst>
        </pc:spChg>
        <pc:spChg chg="mod">
          <ac:chgData name="Shivam Singh" userId="e52e9ba4b5bcdf08" providerId="LiveId" clId="{341AFF7A-C5CD-4491-9020-97A9030EB6ED}" dt="2026-08-15T06:31:48.831" v="1" actId="26606"/>
          <ac:spMkLst>
            <pc:docMk/>
            <pc:sldMk cId="0" sldId="274"/>
            <ac:spMk id="12" creationId="{00000000-0000-0000-0000-000000000000}"/>
          </ac:spMkLst>
        </pc:spChg>
        <pc:spChg chg="mod">
          <ac:chgData name="Shivam Singh" userId="e52e9ba4b5bcdf08" providerId="LiveId" clId="{341AFF7A-C5CD-4491-9020-97A9030EB6ED}" dt="2026-08-15T06:31:48.831" v="1" actId="26606"/>
          <ac:spMkLst>
            <pc:docMk/>
            <pc:sldMk cId="0" sldId="274"/>
            <ac:spMk id="13" creationId="{00000000-0000-0000-0000-000000000000}"/>
          </ac:spMkLst>
        </pc:spChg>
        <pc:spChg chg="mod">
          <ac:chgData name="Shivam Singh" userId="e52e9ba4b5bcdf08" providerId="LiveId" clId="{341AFF7A-C5CD-4491-9020-97A9030EB6ED}" dt="2026-08-15T06:31:48.831" v="1" actId="26606"/>
          <ac:spMkLst>
            <pc:docMk/>
            <pc:sldMk cId="0" sldId="274"/>
            <ac:spMk id="15" creationId="{00000000-0000-0000-0000-000000000000}"/>
          </ac:spMkLst>
        </pc:spChg>
        <pc:spChg chg="mod">
          <ac:chgData name="Shivam Singh" userId="e52e9ba4b5bcdf08" providerId="LiveId" clId="{341AFF7A-C5CD-4491-9020-97A9030EB6ED}" dt="2026-08-15T06:31:48.831" v="1" actId="26606"/>
          <ac:spMkLst>
            <pc:docMk/>
            <pc:sldMk cId="0" sldId="274"/>
            <ac:spMk id="20" creationId="{00000000-0000-0000-0000-000000000000}"/>
          </ac:spMkLst>
        </pc:spChg>
        <pc:spChg chg="add">
          <ac:chgData name="Shivam Singh" userId="e52e9ba4b5bcdf08" providerId="LiveId" clId="{341AFF7A-C5CD-4491-9020-97A9030EB6ED}" dt="2026-08-15T06:31:48.831" v="1" actId="26606"/>
          <ac:spMkLst>
            <pc:docMk/>
            <pc:sldMk cId="0" sldId="274"/>
            <ac:spMk id="23" creationId="{00000000-0000-0000-0000-000000000000}"/>
          </ac:spMkLst>
        </pc:spChg>
        <pc:spChg chg="del mod replId">
          <ac:chgData name="Shivam Singh" userId="e52e9ba4b5bcdf08" providerId="LiveId" clId="{341AFF7A-C5CD-4491-9020-97A9030EB6ED}" dt="2026-08-15T06:31:48.831" v="1" actId="26606"/>
          <ac:spMkLst>
            <pc:docMk/>
            <pc:sldMk cId="0" sldId="274"/>
            <ac:spMk id="24" creationId="{00000000-0000-0000-0000-000000000000}"/>
          </ac:spMkLst>
        </pc:spChg>
        <pc:spChg chg="del mod replId">
          <ac:chgData name="Shivam Singh" userId="e52e9ba4b5bcdf08" providerId="LiveId" clId="{341AFF7A-C5CD-4491-9020-97A9030EB6ED}" dt="2026-08-15T06:31:48.831" v="1" actId="26606"/>
          <ac:spMkLst>
            <pc:docMk/>
            <pc:sldMk cId="0" sldId="274"/>
            <ac:spMk id="25" creationId="{00000000-0000-0000-0000-000000000000}"/>
          </ac:spMkLst>
        </pc:spChg>
        <pc:spChg chg="del mod replId">
          <ac:chgData name="Shivam Singh" userId="e52e9ba4b5bcdf08" providerId="LiveId" clId="{341AFF7A-C5CD-4491-9020-97A9030EB6ED}" dt="2026-08-15T06:31:48.831" v="1" actId="26606"/>
          <ac:spMkLst>
            <pc:docMk/>
            <pc:sldMk cId="0" sldId="274"/>
            <ac:spMk id="26" creationId="{00000000-0000-0000-0000-000000000000}"/>
          </ac:spMkLst>
        </pc:spChg>
        <pc:spChg chg="mod replId">
          <ac:chgData name="Shivam Singh" userId="e52e9ba4b5bcdf08" providerId="LiveId" clId="{341AFF7A-C5CD-4491-9020-97A9030EB6ED}" dt="2026-08-15T06:31:47.763" v="0" actId="26606"/>
          <ac:spMkLst>
            <pc:docMk/>
            <pc:sldMk cId="0" sldId="274"/>
            <ac:spMk id="27" creationId="{00000000-0000-0000-0000-000000000000}"/>
          </ac:spMkLst>
        </pc:spChg>
        <pc:spChg chg="del mod replId">
          <ac:chgData name="Shivam Singh" userId="e52e9ba4b5bcdf08" providerId="LiveId" clId="{341AFF7A-C5CD-4491-9020-97A9030EB6ED}" dt="2026-08-15T06:31:48.831" v="1" actId="26606"/>
          <ac:spMkLst>
            <pc:docMk/>
            <pc:sldMk cId="0" sldId="274"/>
            <ac:spMk id="28" creationId="{00000000-0000-0000-0000-000000000000}"/>
          </ac:spMkLst>
        </pc:spChg>
        <pc:spChg chg="mod replId">
          <ac:chgData name="Shivam Singh" userId="e52e9ba4b5bcdf08" providerId="LiveId" clId="{341AFF7A-C5CD-4491-9020-97A9030EB6ED}" dt="2026-08-15T06:31:47.763" v="0" actId="26606"/>
          <ac:spMkLst>
            <pc:docMk/>
            <pc:sldMk cId="0" sldId="274"/>
            <ac:spMk id="29" creationId="{00000000-0000-0000-0000-000000000000}"/>
          </ac:spMkLst>
        </pc:spChg>
        <pc:picChg chg="mod replId">
          <ac:chgData name="Shivam Singh" userId="e52e9ba4b5bcdf08" providerId="LiveId" clId="{341AFF7A-C5CD-4491-9020-97A9030EB6ED}" dt="2026-08-15T06:31:47.763" v="0" actId="26606"/>
          <ac:picMkLst>
            <pc:docMk/>
            <pc:sldMk cId="0" sldId="274"/>
            <ac:picMk id="30" creationId="{00000000-0000-0000-0000-000000000000}"/>
          </ac:picMkLst>
        </pc:picChg>
      </pc:sldChg>
      <pc:sldChg chg="modSp add mod ord">
        <pc:chgData name="Shivam Singh" userId="e52e9ba4b5bcdf08" providerId="LiveId" clId="{341AFF7A-C5CD-4491-9020-97A9030EB6ED}" dt="2026-08-15T06:52:05.400" v="139" actId="26606"/>
        <pc:sldMkLst>
          <pc:docMk/>
          <pc:sldMk cId="2264175142" sldId="274"/>
        </pc:sldMkLst>
        <pc:spChg chg="mod">
          <ac:chgData name="Shivam Singh" userId="e52e9ba4b5bcdf08" providerId="LiveId" clId="{341AFF7A-C5CD-4491-9020-97A9030EB6ED}" dt="2026-08-15T06:52:05.400" v="139" actId="26606"/>
          <ac:spMkLst>
            <pc:docMk/>
            <pc:sldMk cId="2264175142" sldId="274"/>
            <ac:spMk id="2" creationId="{AF079B91-0EF1-C1A2-BF56-9AD1FD92B8D1}"/>
          </ac:spMkLst>
        </pc:spChg>
        <pc:spChg chg="mod">
          <ac:chgData name="Shivam Singh" userId="e52e9ba4b5bcdf08" providerId="LiveId" clId="{341AFF7A-C5CD-4491-9020-97A9030EB6ED}" dt="2026-08-15T06:52:05.400" v="139" actId="26606"/>
          <ac:spMkLst>
            <pc:docMk/>
            <pc:sldMk cId="2264175142" sldId="274"/>
            <ac:spMk id="13" creationId="{A6BF47E0-F39A-0F0C-064D-4B093A6C4EDE}"/>
          </ac:spMkLst>
        </pc:spChg>
        <pc:spChg chg="mod">
          <ac:chgData name="Shivam Singh" userId="e52e9ba4b5bcdf08" providerId="LiveId" clId="{341AFF7A-C5CD-4491-9020-97A9030EB6ED}" dt="2026-08-15T06:52:05.400" v="139" actId="26606"/>
          <ac:spMkLst>
            <pc:docMk/>
            <pc:sldMk cId="2264175142" sldId="274"/>
            <ac:spMk id="19" creationId="{8BEB4986-D3EF-FF51-05EB-72D9503CF6DE}"/>
          </ac:spMkLst>
        </pc:spChg>
        <pc:spChg chg="mod">
          <ac:chgData name="Shivam Singh" userId="e52e9ba4b5bcdf08" providerId="LiveId" clId="{341AFF7A-C5CD-4491-9020-97A9030EB6ED}" dt="2026-08-15T06:52:05.400" v="139" actId="26606"/>
          <ac:spMkLst>
            <pc:docMk/>
            <pc:sldMk cId="2264175142" sldId="274"/>
            <ac:spMk id="22" creationId="{DD72489A-3865-30BD-07ED-838FB57B11E2}"/>
          </ac:spMkLst>
        </pc:spChg>
        <pc:spChg chg="mod">
          <ac:chgData name="Shivam Singh" userId="e52e9ba4b5bcdf08" providerId="LiveId" clId="{341AFF7A-C5CD-4491-9020-97A9030EB6ED}" dt="2026-08-15T06:52:05.400" v="139" actId="26606"/>
          <ac:spMkLst>
            <pc:docMk/>
            <pc:sldMk cId="2264175142" sldId="274"/>
            <ac:spMk id="23" creationId="{A6ED1FCF-8E3A-3247-5B82-88E73BF909A2}"/>
          </ac:spMkLst>
        </pc:spChg>
      </pc:sldChg>
      <pc:sldChg chg="add del setBg">
        <pc:chgData name="Shivam Singh" userId="e52e9ba4b5bcdf08" providerId="LiveId" clId="{341AFF7A-C5CD-4491-9020-97A9030EB6ED}" dt="2026-08-15T06:41:18.800" v="81"/>
        <pc:sldMkLst>
          <pc:docMk/>
          <pc:sldMk cId="3839552154" sldId="274"/>
        </pc:sldMkLst>
      </pc:sldChg>
      <pc:sldChg chg="add del setBg">
        <pc:chgData name="Shivam Singh" userId="e52e9ba4b5bcdf08" providerId="LiveId" clId="{341AFF7A-C5CD-4491-9020-97A9030EB6ED}" dt="2026-08-15T06:41:22.616" v="83"/>
        <pc:sldMkLst>
          <pc:docMk/>
          <pc:sldMk cId="3873408188" sldId="274"/>
        </pc:sldMkLst>
      </pc:sldChg>
      <pc:sldChg chg="addSp delSp modSp mod ord setBg">
        <pc:chgData name="Shivam Singh" userId="e52e9ba4b5bcdf08" providerId="LiveId" clId="{341AFF7A-C5CD-4491-9020-97A9030EB6ED}" dt="2026-08-15T06:52:05.400" v="139" actId="26606"/>
        <pc:sldMkLst>
          <pc:docMk/>
          <pc:sldMk cId="0" sldId="275"/>
        </pc:sldMkLst>
        <pc:spChg chg="mod">
          <ac:chgData name="Shivam Singh" userId="e52e9ba4b5bcdf08" providerId="LiveId" clId="{341AFF7A-C5CD-4491-9020-97A9030EB6ED}" dt="2026-08-15T06:52:05.400" v="139" actId="26606"/>
          <ac:spMkLst>
            <pc:docMk/>
            <pc:sldMk cId="0" sldId="275"/>
            <ac:spMk id="2" creationId="{00000000-0000-0000-0000-000000000000}"/>
          </ac:spMkLst>
        </pc:spChg>
        <pc:spChg chg="mod">
          <ac:chgData name="Shivam Singh" userId="e52e9ba4b5bcdf08" providerId="LiveId" clId="{341AFF7A-C5CD-4491-9020-97A9030EB6ED}" dt="2026-08-15T06:31:48.831" v="1" actId="26606"/>
          <ac:spMkLst>
            <pc:docMk/>
            <pc:sldMk cId="0" sldId="275"/>
            <ac:spMk id="3" creationId="{00000000-0000-0000-0000-000000000000}"/>
          </ac:spMkLst>
        </pc:spChg>
        <pc:spChg chg="mod">
          <ac:chgData name="Shivam Singh" userId="e52e9ba4b5bcdf08" providerId="LiveId" clId="{341AFF7A-C5CD-4491-9020-97A9030EB6ED}" dt="2026-08-15T06:31:48.831" v="1" actId="26606"/>
          <ac:spMkLst>
            <pc:docMk/>
            <pc:sldMk cId="0" sldId="275"/>
            <ac:spMk id="4" creationId="{00000000-0000-0000-0000-000000000000}"/>
          </ac:spMkLst>
        </pc:spChg>
        <pc:spChg chg="mod">
          <ac:chgData name="Shivam Singh" userId="e52e9ba4b5bcdf08" providerId="LiveId" clId="{341AFF7A-C5CD-4491-9020-97A9030EB6ED}" dt="2026-08-15T06:31:48.831" v="1" actId="26606"/>
          <ac:spMkLst>
            <pc:docMk/>
            <pc:sldMk cId="0" sldId="275"/>
            <ac:spMk id="8" creationId="{00000000-0000-0000-0000-000000000000}"/>
          </ac:spMkLst>
        </pc:spChg>
        <pc:spChg chg="mod">
          <ac:chgData name="Shivam Singh" userId="e52e9ba4b5bcdf08" providerId="LiveId" clId="{341AFF7A-C5CD-4491-9020-97A9030EB6ED}" dt="2026-08-15T06:31:48.831" v="1" actId="26606"/>
          <ac:spMkLst>
            <pc:docMk/>
            <pc:sldMk cId="0" sldId="275"/>
            <ac:spMk id="10" creationId="{00000000-0000-0000-0000-000000000000}"/>
          </ac:spMkLst>
        </pc:spChg>
        <pc:spChg chg="mod">
          <ac:chgData name="Shivam Singh" userId="e52e9ba4b5bcdf08" providerId="LiveId" clId="{341AFF7A-C5CD-4491-9020-97A9030EB6ED}" dt="2026-08-15T06:52:05.400" v="139" actId="26606"/>
          <ac:spMkLst>
            <pc:docMk/>
            <pc:sldMk cId="0" sldId="275"/>
            <ac:spMk id="19" creationId="{00000000-0000-0000-0000-000000000000}"/>
          </ac:spMkLst>
        </pc:spChg>
        <pc:spChg chg="mod">
          <ac:chgData name="Shivam Singh" userId="e52e9ba4b5bcdf08" providerId="LiveId" clId="{341AFF7A-C5CD-4491-9020-97A9030EB6ED}" dt="2026-08-15T06:31:48.831" v="1" actId="26606"/>
          <ac:spMkLst>
            <pc:docMk/>
            <pc:sldMk cId="0" sldId="275"/>
            <ac:spMk id="22" creationId="{00000000-0000-0000-0000-000000000000}"/>
          </ac:spMkLst>
        </pc:spChg>
        <pc:spChg chg="mod">
          <ac:chgData name="Shivam Singh" userId="e52e9ba4b5bcdf08" providerId="LiveId" clId="{341AFF7A-C5CD-4491-9020-97A9030EB6ED}" dt="2026-08-15T06:31:48.831" v="1" actId="26606"/>
          <ac:spMkLst>
            <pc:docMk/>
            <pc:sldMk cId="0" sldId="275"/>
            <ac:spMk id="23" creationId="{00000000-0000-0000-0000-000000000000}"/>
          </ac:spMkLst>
        </pc:spChg>
        <pc:spChg chg="mod">
          <ac:chgData name="Shivam Singh" userId="e52e9ba4b5bcdf08" providerId="LiveId" clId="{341AFF7A-C5CD-4491-9020-97A9030EB6ED}" dt="2026-08-15T06:52:05.400" v="139" actId="26606"/>
          <ac:spMkLst>
            <pc:docMk/>
            <pc:sldMk cId="0" sldId="275"/>
            <ac:spMk id="26" creationId="{00000000-0000-0000-0000-000000000000}"/>
          </ac:spMkLst>
        </pc:spChg>
        <pc:spChg chg="add mod">
          <ac:chgData name="Shivam Singh" userId="e52e9ba4b5bcdf08" providerId="LiveId" clId="{341AFF7A-C5CD-4491-9020-97A9030EB6ED}" dt="2026-08-15T06:52:05.400" v="139" actId="26606"/>
          <ac:spMkLst>
            <pc:docMk/>
            <pc:sldMk cId="0" sldId="275"/>
            <ac:spMk id="30" creationId="{00000000-0000-0000-0000-000000000000}"/>
          </ac:spMkLst>
        </pc:spChg>
        <pc:spChg chg="del mod replId">
          <ac:chgData name="Shivam Singh" userId="e52e9ba4b5bcdf08" providerId="LiveId" clId="{341AFF7A-C5CD-4491-9020-97A9030EB6ED}" dt="2026-08-15T06:31:48.831" v="1" actId="26606"/>
          <ac:spMkLst>
            <pc:docMk/>
            <pc:sldMk cId="0" sldId="275"/>
            <ac:spMk id="31" creationId="{00000000-0000-0000-0000-000000000000}"/>
          </ac:spMkLst>
        </pc:spChg>
        <pc:spChg chg="mod replId">
          <ac:chgData name="Shivam Singh" userId="e52e9ba4b5bcdf08" providerId="LiveId" clId="{341AFF7A-C5CD-4491-9020-97A9030EB6ED}" dt="2026-08-15T06:31:47.763" v="0" actId="26606"/>
          <ac:spMkLst>
            <pc:docMk/>
            <pc:sldMk cId="0" sldId="275"/>
            <ac:spMk id="32" creationId="{00000000-0000-0000-0000-000000000000}"/>
          </ac:spMkLst>
        </pc:spChg>
        <pc:spChg chg="del mod replId">
          <ac:chgData name="Shivam Singh" userId="e52e9ba4b5bcdf08" providerId="LiveId" clId="{341AFF7A-C5CD-4491-9020-97A9030EB6ED}" dt="2026-08-15T06:31:48.831" v="1" actId="26606"/>
          <ac:spMkLst>
            <pc:docMk/>
            <pc:sldMk cId="0" sldId="275"/>
            <ac:spMk id="33" creationId="{00000000-0000-0000-0000-000000000000}"/>
          </ac:spMkLst>
        </pc:spChg>
        <pc:spChg chg="mod replId">
          <ac:chgData name="Shivam Singh" userId="e52e9ba4b5bcdf08" providerId="LiveId" clId="{341AFF7A-C5CD-4491-9020-97A9030EB6ED}" dt="2026-08-15T06:31:47.763" v="0" actId="26606"/>
          <ac:spMkLst>
            <pc:docMk/>
            <pc:sldMk cId="0" sldId="275"/>
            <ac:spMk id="34" creationId="{00000000-0000-0000-0000-000000000000}"/>
          </ac:spMkLst>
        </pc:spChg>
        <pc:spChg chg="mod replId">
          <ac:chgData name="Shivam Singh" userId="e52e9ba4b5bcdf08" providerId="LiveId" clId="{341AFF7A-C5CD-4491-9020-97A9030EB6ED}" dt="2026-08-15T06:31:47.763" v="0" actId="26606"/>
          <ac:spMkLst>
            <pc:docMk/>
            <pc:sldMk cId="0" sldId="275"/>
            <ac:spMk id="35" creationId="{00000000-0000-0000-0000-000000000000}"/>
          </ac:spMkLst>
        </pc:spChg>
        <pc:spChg chg="mod replId">
          <ac:chgData name="Shivam Singh" userId="e52e9ba4b5bcdf08" providerId="LiveId" clId="{341AFF7A-C5CD-4491-9020-97A9030EB6ED}" dt="2026-08-15T06:31:47.763" v="0" actId="26606"/>
          <ac:spMkLst>
            <pc:docMk/>
            <pc:sldMk cId="0" sldId="275"/>
            <ac:spMk id="36" creationId="{00000000-0000-0000-0000-000000000000}"/>
          </ac:spMkLst>
        </pc:spChg>
        <pc:picChg chg="mod replId">
          <ac:chgData name="Shivam Singh" userId="e52e9ba4b5bcdf08" providerId="LiveId" clId="{341AFF7A-C5CD-4491-9020-97A9030EB6ED}" dt="2026-08-15T06:31:47.763" v="0" actId="26606"/>
          <ac:picMkLst>
            <pc:docMk/>
            <pc:sldMk cId="0" sldId="275"/>
            <ac:picMk id="37" creationId="{00000000-0000-0000-0000-000000000000}"/>
          </ac:picMkLst>
        </pc:picChg>
      </pc:sldChg>
      <pc:sldChg chg="addSp delSp modSp mod ord setBg">
        <pc:chgData name="Shivam Singh" userId="e52e9ba4b5bcdf08" providerId="LiveId" clId="{341AFF7A-C5CD-4491-9020-97A9030EB6ED}" dt="2026-08-15T06:52:05.400" v="139" actId="26606"/>
        <pc:sldMkLst>
          <pc:docMk/>
          <pc:sldMk cId="0" sldId="278"/>
        </pc:sldMkLst>
        <pc:spChg chg="mod">
          <ac:chgData name="Shivam Singh" userId="e52e9ba4b5bcdf08" providerId="LiveId" clId="{341AFF7A-C5CD-4491-9020-97A9030EB6ED}" dt="2026-08-15T06:52:05.400" v="139" actId="26606"/>
          <ac:spMkLst>
            <pc:docMk/>
            <pc:sldMk cId="0" sldId="278"/>
            <ac:spMk id="2" creationId="{00000000-0000-0000-0000-000000000000}"/>
          </ac:spMkLst>
        </pc:spChg>
        <pc:spChg chg="mod">
          <ac:chgData name="Shivam Singh" userId="e52e9ba4b5bcdf08" providerId="LiveId" clId="{341AFF7A-C5CD-4491-9020-97A9030EB6ED}" dt="2026-08-15T06:31:48.831" v="1" actId="26606"/>
          <ac:spMkLst>
            <pc:docMk/>
            <pc:sldMk cId="0" sldId="278"/>
            <ac:spMk id="7" creationId="{00000000-0000-0000-0000-000000000000}"/>
          </ac:spMkLst>
        </pc:spChg>
        <pc:spChg chg="mod">
          <ac:chgData name="Shivam Singh" userId="e52e9ba4b5bcdf08" providerId="LiveId" clId="{341AFF7A-C5CD-4491-9020-97A9030EB6ED}" dt="2026-08-15T06:31:48.831" v="1" actId="26606"/>
          <ac:spMkLst>
            <pc:docMk/>
            <pc:sldMk cId="0" sldId="278"/>
            <ac:spMk id="17" creationId="{00000000-0000-0000-0000-000000000000}"/>
          </ac:spMkLst>
        </pc:spChg>
        <pc:spChg chg="add">
          <ac:chgData name="Shivam Singh" userId="e52e9ba4b5bcdf08" providerId="LiveId" clId="{341AFF7A-C5CD-4491-9020-97A9030EB6ED}" dt="2026-08-15T06:31:48.831" v="1" actId="26606"/>
          <ac:spMkLst>
            <pc:docMk/>
            <pc:sldMk cId="0" sldId="278"/>
            <ac:spMk id="20" creationId="{00000000-0000-0000-0000-000000000000}"/>
          </ac:spMkLst>
        </pc:spChg>
        <pc:spChg chg="add mod">
          <ac:chgData name="Shivam Singh" userId="e52e9ba4b5bcdf08" providerId="LiveId" clId="{341AFF7A-C5CD-4491-9020-97A9030EB6ED}" dt="2026-08-15T06:52:05.400" v="139" actId="26606"/>
          <ac:spMkLst>
            <pc:docMk/>
            <pc:sldMk cId="0" sldId="278"/>
            <ac:spMk id="21" creationId="{00000000-0000-0000-0000-000000000000}"/>
          </ac:spMkLst>
        </pc:spChg>
        <pc:spChg chg="mod">
          <ac:chgData name="Shivam Singh" userId="e52e9ba4b5bcdf08" providerId="LiveId" clId="{341AFF7A-C5CD-4491-9020-97A9030EB6ED}" dt="2026-08-15T06:52:05.400" v="139" actId="26606"/>
          <ac:spMkLst>
            <pc:docMk/>
            <pc:sldMk cId="0" sldId="278"/>
            <ac:spMk id="22" creationId="{00000000-0000-0000-0000-000000000000}"/>
          </ac:spMkLst>
        </pc:spChg>
        <pc:spChg chg="add">
          <ac:chgData name="Shivam Singh" userId="e52e9ba4b5bcdf08" providerId="LiveId" clId="{341AFF7A-C5CD-4491-9020-97A9030EB6ED}" dt="2026-08-15T06:31:48.831" v="1" actId="26606"/>
          <ac:spMkLst>
            <pc:docMk/>
            <pc:sldMk cId="0" sldId="278"/>
            <ac:spMk id="26" creationId="{00000000-0000-0000-0000-000000000000}"/>
          </ac:spMkLst>
        </pc:spChg>
        <pc:spChg chg="mod">
          <ac:chgData name="Shivam Singh" userId="e52e9ba4b5bcdf08" providerId="LiveId" clId="{341AFF7A-C5CD-4491-9020-97A9030EB6ED}" dt="2026-08-15T06:52:05.400" v="139" actId="26606"/>
          <ac:spMkLst>
            <pc:docMk/>
            <pc:sldMk cId="0" sldId="278"/>
            <ac:spMk id="27" creationId="{00000000-0000-0000-0000-000000000000}"/>
          </ac:spMkLst>
        </pc:spChg>
        <pc:spChg chg="mod">
          <ac:chgData name="Shivam Singh" userId="e52e9ba4b5bcdf08" providerId="LiveId" clId="{341AFF7A-C5CD-4491-9020-97A9030EB6ED}" dt="2026-08-15T06:52:05.400" v="139" actId="26606"/>
          <ac:spMkLst>
            <pc:docMk/>
            <pc:sldMk cId="0" sldId="278"/>
            <ac:spMk id="29" creationId="{00000000-0000-0000-0000-000000000000}"/>
          </ac:spMkLst>
        </pc:spChg>
        <pc:spChg chg="add">
          <ac:chgData name="Shivam Singh" userId="e52e9ba4b5bcdf08" providerId="LiveId" clId="{341AFF7A-C5CD-4491-9020-97A9030EB6ED}" dt="2026-08-15T06:31:48.831" v="1" actId="26606"/>
          <ac:spMkLst>
            <pc:docMk/>
            <pc:sldMk cId="0" sldId="278"/>
            <ac:spMk id="32" creationId="{00000000-0000-0000-0000-000000000000}"/>
          </ac:spMkLst>
        </pc:spChg>
        <pc:spChg chg="mod">
          <ac:chgData name="Shivam Singh" userId="e52e9ba4b5bcdf08" providerId="LiveId" clId="{341AFF7A-C5CD-4491-9020-97A9030EB6ED}" dt="2026-08-15T06:52:05.400" v="139" actId="26606"/>
          <ac:spMkLst>
            <pc:docMk/>
            <pc:sldMk cId="0" sldId="278"/>
            <ac:spMk id="33" creationId="{00000000-0000-0000-0000-000000000000}"/>
          </ac:spMkLst>
        </pc:spChg>
        <pc:spChg chg="mod replId">
          <ac:chgData name="Shivam Singh" userId="e52e9ba4b5bcdf08" providerId="LiveId" clId="{341AFF7A-C5CD-4491-9020-97A9030EB6ED}" dt="2026-08-15T06:31:47.763" v="0" actId="26606"/>
          <ac:spMkLst>
            <pc:docMk/>
            <pc:sldMk cId="0" sldId="278"/>
            <ac:spMk id="34" creationId="{00000000-0000-0000-0000-000000000000}"/>
          </ac:spMkLst>
        </pc:spChg>
        <pc:spChg chg="del mod replId">
          <ac:chgData name="Shivam Singh" userId="e52e9ba4b5bcdf08" providerId="LiveId" clId="{341AFF7A-C5CD-4491-9020-97A9030EB6ED}" dt="2026-08-15T06:31:48.831" v="1" actId="26606"/>
          <ac:spMkLst>
            <pc:docMk/>
            <pc:sldMk cId="0" sldId="278"/>
            <ac:spMk id="35" creationId="{00000000-0000-0000-0000-000000000000}"/>
          </ac:spMkLst>
        </pc:spChg>
        <pc:spChg chg="del mod replId">
          <ac:chgData name="Shivam Singh" userId="e52e9ba4b5bcdf08" providerId="LiveId" clId="{341AFF7A-C5CD-4491-9020-97A9030EB6ED}" dt="2026-08-15T06:31:48.831" v="1" actId="26606"/>
          <ac:spMkLst>
            <pc:docMk/>
            <pc:sldMk cId="0" sldId="278"/>
            <ac:spMk id="36" creationId="{00000000-0000-0000-0000-000000000000}"/>
          </ac:spMkLst>
        </pc:spChg>
        <pc:spChg chg="del mod replId">
          <ac:chgData name="Shivam Singh" userId="e52e9ba4b5bcdf08" providerId="LiveId" clId="{341AFF7A-C5CD-4491-9020-97A9030EB6ED}" dt="2026-08-15T06:31:48.831" v="1" actId="26606"/>
          <ac:spMkLst>
            <pc:docMk/>
            <pc:sldMk cId="0" sldId="278"/>
            <ac:spMk id="37" creationId="{00000000-0000-0000-0000-000000000000}"/>
          </ac:spMkLst>
        </pc:spChg>
      </pc:sldChg>
      <pc:sldChg chg="addSp delSp modSp mod ord setBg">
        <pc:chgData name="Shivam Singh" userId="e52e9ba4b5bcdf08" providerId="LiveId" clId="{341AFF7A-C5CD-4491-9020-97A9030EB6ED}" dt="2026-08-15T06:52:05.400" v="139" actId="26606"/>
        <pc:sldMkLst>
          <pc:docMk/>
          <pc:sldMk cId="0" sldId="283"/>
        </pc:sldMkLst>
        <pc:spChg chg="mod">
          <ac:chgData name="Shivam Singh" userId="e52e9ba4b5bcdf08" providerId="LiveId" clId="{341AFF7A-C5CD-4491-9020-97A9030EB6ED}" dt="2026-08-15T06:52:05.400" v="139" actId="26606"/>
          <ac:spMkLst>
            <pc:docMk/>
            <pc:sldMk cId="0" sldId="283"/>
            <ac:spMk id="2" creationId="{00000000-0000-0000-0000-000000000000}"/>
          </ac:spMkLst>
        </pc:spChg>
        <pc:spChg chg="mod">
          <ac:chgData name="Shivam Singh" userId="e52e9ba4b5bcdf08" providerId="LiveId" clId="{341AFF7A-C5CD-4491-9020-97A9030EB6ED}" dt="2026-08-15T06:52:05.400" v="139" actId="26606"/>
          <ac:spMkLst>
            <pc:docMk/>
            <pc:sldMk cId="0" sldId="283"/>
            <ac:spMk id="9" creationId="{00000000-0000-0000-0000-000000000000}"/>
          </ac:spMkLst>
        </pc:spChg>
        <pc:spChg chg="mod">
          <ac:chgData name="Shivam Singh" userId="e52e9ba4b5bcdf08" providerId="LiveId" clId="{341AFF7A-C5CD-4491-9020-97A9030EB6ED}" dt="2026-08-15T06:31:48.831" v="1" actId="26606"/>
          <ac:spMkLst>
            <pc:docMk/>
            <pc:sldMk cId="0" sldId="283"/>
            <ac:spMk id="10" creationId="{00000000-0000-0000-0000-000000000000}"/>
          </ac:spMkLst>
        </pc:spChg>
        <pc:spChg chg="mod">
          <ac:chgData name="Shivam Singh" userId="e52e9ba4b5bcdf08" providerId="LiveId" clId="{341AFF7A-C5CD-4491-9020-97A9030EB6ED}" dt="2026-08-15T06:52:05.400" v="139" actId="26606"/>
          <ac:spMkLst>
            <pc:docMk/>
            <pc:sldMk cId="0" sldId="283"/>
            <ac:spMk id="15" creationId="{00000000-0000-0000-0000-000000000000}"/>
          </ac:spMkLst>
        </pc:spChg>
        <pc:spChg chg="mod">
          <ac:chgData name="Shivam Singh" userId="e52e9ba4b5bcdf08" providerId="LiveId" clId="{341AFF7A-C5CD-4491-9020-97A9030EB6ED}" dt="2026-08-15T06:52:05.400" v="139" actId="26606"/>
          <ac:spMkLst>
            <pc:docMk/>
            <pc:sldMk cId="0" sldId="283"/>
            <ac:spMk id="16" creationId="{00000000-0000-0000-0000-000000000000}"/>
          </ac:spMkLst>
        </pc:spChg>
        <pc:spChg chg="mod">
          <ac:chgData name="Shivam Singh" userId="e52e9ba4b5bcdf08" providerId="LiveId" clId="{341AFF7A-C5CD-4491-9020-97A9030EB6ED}" dt="2026-08-15T06:52:05.400" v="139" actId="26606"/>
          <ac:spMkLst>
            <pc:docMk/>
            <pc:sldMk cId="0" sldId="283"/>
            <ac:spMk id="21" creationId="{00000000-0000-0000-0000-000000000000}"/>
          </ac:spMkLst>
        </pc:spChg>
        <pc:spChg chg="mod">
          <ac:chgData name="Shivam Singh" userId="e52e9ba4b5bcdf08" providerId="LiveId" clId="{341AFF7A-C5CD-4491-9020-97A9030EB6ED}" dt="2026-08-15T06:31:48.831" v="1" actId="26606"/>
          <ac:spMkLst>
            <pc:docMk/>
            <pc:sldMk cId="0" sldId="283"/>
            <ac:spMk id="22" creationId="{00000000-0000-0000-0000-000000000000}"/>
          </ac:spMkLst>
        </pc:spChg>
        <pc:spChg chg="mod">
          <ac:chgData name="Shivam Singh" userId="e52e9ba4b5bcdf08" providerId="LiveId" clId="{341AFF7A-C5CD-4491-9020-97A9030EB6ED}" dt="2026-08-15T06:45:54.124" v="126" actId="6549"/>
          <ac:spMkLst>
            <pc:docMk/>
            <pc:sldMk cId="0" sldId="283"/>
            <ac:spMk id="24" creationId="{00000000-0000-0000-0000-000000000000}"/>
          </ac:spMkLst>
        </pc:spChg>
        <pc:spChg chg="mod">
          <ac:chgData name="Shivam Singh" userId="e52e9ba4b5bcdf08" providerId="LiveId" clId="{341AFF7A-C5CD-4491-9020-97A9030EB6ED}" dt="2026-08-15T06:52:05.400" v="139" actId="26606"/>
          <ac:spMkLst>
            <pc:docMk/>
            <pc:sldMk cId="0" sldId="283"/>
            <ac:spMk id="28" creationId="{00000000-0000-0000-0000-000000000000}"/>
          </ac:spMkLst>
        </pc:spChg>
        <pc:spChg chg="del">
          <ac:chgData name="Shivam Singh" userId="e52e9ba4b5bcdf08" providerId="LiveId" clId="{341AFF7A-C5CD-4491-9020-97A9030EB6ED}" dt="2026-08-15T06:31:48.831" v="1" actId="26606"/>
          <ac:spMkLst>
            <pc:docMk/>
            <pc:sldMk cId="0" sldId="283"/>
            <ac:spMk id="30" creationId="{00000000-0000-0000-0000-000000000000}"/>
          </ac:spMkLst>
        </pc:spChg>
        <pc:spChg chg="del">
          <ac:chgData name="Shivam Singh" userId="e52e9ba4b5bcdf08" providerId="LiveId" clId="{341AFF7A-C5CD-4491-9020-97A9030EB6ED}" dt="2026-08-15T06:31:48.831" v="1" actId="26606"/>
          <ac:spMkLst>
            <pc:docMk/>
            <pc:sldMk cId="0" sldId="283"/>
            <ac:spMk id="36" creationId="{00000000-0000-0000-0000-000000000000}"/>
          </ac:spMkLst>
        </pc:spChg>
        <pc:spChg chg="del">
          <ac:chgData name="Shivam Singh" userId="e52e9ba4b5bcdf08" providerId="LiveId" clId="{341AFF7A-C5CD-4491-9020-97A9030EB6ED}" dt="2026-08-15T06:31:48.831" v="1" actId="26606"/>
          <ac:spMkLst>
            <pc:docMk/>
            <pc:sldMk cId="0" sldId="283"/>
            <ac:spMk id="38" creationId="{00000000-0000-0000-0000-000000000000}"/>
          </ac:spMkLst>
        </pc:spChg>
        <pc:spChg chg="del">
          <ac:chgData name="Shivam Singh" userId="e52e9ba4b5bcdf08" providerId="LiveId" clId="{341AFF7A-C5CD-4491-9020-97A9030EB6ED}" dt="2026-08-15T06:31:48.831" v="1" actId="26606"/>
          <ac:spMkLst>
            <pc:docMk/>
            <pc:sldMk cId="0" sldId="283"/>
            <ac:spMk id="39" creationId="{00000000-0000-0000-0000-000000000000}"/>
          </ac:spMkLst>
        </pc:spChg>
        <pc:spChg chg="del">
          <ac:chgData name="Shivam Singh" userId="e52e9ba4b5bcdf08" providerId="LiveId" clId="{341AFF7A-C5CD-4491-9020-97A9030EB6ED}" dt="2026-08-15T06:31:48.831" v="1" actId="26606"/>
          <ac:spMkLst>
            <pc:docMk/>
            <pc:sldMk cId="0" sldId="283"/>
            <ac:spMk id="51" creationId="{00000000-0000-0000-0000-000000000000}"/>
          </ac:spMkLst>
        </pc:spChg>
        <pc:spChg chg="del">
          <ac:chgData name="Shivam Singh" userId="e52e9ba4b5bcdf08" providerId="LiveId" clId="{341AFF7A-C5CD-4491-9020-97A9030EB6ED}" dt="2026-08-15T06:31:48.831" v="1" actId="26606"/>
          <ac:spMkLst>
            <pc:docMk/>
            <pc:sldMk cId="0" sldId="283"/>
            <ac:spMk id="59" creationId="{00000000-0000-0000-0000-000000000000}"/>
          </ac:spMkLst>
        </pc:spChg>
        <pc:spChg chg="del mod replId">
          <ac:chgData name="Shivam Singh" userId="e52e9ba4b5bcdf08" providerId="LiveId" clId="{341AFF7A-C5CD-4491-9020-97A9030EB6ED}" dt="2026-08-15T06:31:48.831" v="1" actId="26606"/>
          <ac:spMkLst>
            <pc:docMk/>
            <pc:sldMk cId="0" sldId="283"/>
            <ac:spMk id="61" creationId="{00000000-0000-0000-0000-000000000000}"/>
          </ac:spMkLst>
        </pc:spChg>
        <pc:spChg chg="mod replId">
          <ac:chgData name="Shivam Singh" userId="e52e9ba4b5bcdf08" providerId="LiveId" clId="{341AFF7A-C5CD-4491-9020-97A9030EB6ED}" dt="2026-08-15T06:31:47.763" v="0" actId="26606"/>
          <ac:spMkLst>
            <pc:docMk/>
            <pc:sldMk cId="0" sldId="283"/>
            <ac:spMk id="63" creationId="{00000000-0000-0000-0000-000000000000}"/>
          </ac:spMkLst>
        </pc:spChg>
        <pc:spChg chg="mod replId">
          <ac:chgData name="Shivam Singh" userId="e52e9ba4b5bcdf08" providerId="LiveId" clId="{341AFF7A-C5CD-4491-9020-97A9030EB6ED}" dt="2026-08-15T06:31:47.763" v="0" actId="26606"/>
          <ac:spMkLst>
            <pc:docMk/>
            <pc:sldMk cId="0" sldId="283"/>
            <ac:spMk id="64" creationId="{00000000-0000-0000-0000-000000000000}"/>
          </ac:spMkLst>
        </pc:spChg>
        <pc:spChg chg="mod replId">
          <ac:chgData name="Shivam Singh" userId="e52e9ba4b5bcdf08" providerId="LiveId" clId="{341AFF7A-C5CD-4491-9020-97A9030EB6ED}" dt="2026-08-15T06:31:47.763" v="0" actId="26606"/>
          <ac:spMkLst>
            <pc:docMk/>
            <pc:sldMk cId="0" sldId="283"/>
            <ac:spMk id="65" creationId="{00000000-0000-0000-0000-000000000000}"/>
          </ac:spMkLst>
        </pc:spChg>
      </pc:sldChg>
      <pc:sldChg chg="addSp delSp modSp mod setBg">
        <pc:chgData name="Shivam Singh" userId="e52e9ba4b5bcdf08" providerId="LiveId" clId="{341AFF7A-C5CD-4491-9020-97A9030EB6ED}" dt="2026-08-15T06:52:05.400" v="139" actId="26606"/>
        <pc:sldMkLst>
          <pc:docMk/>
          <pc:sldMk cId="0" sldId="284"/>
        </pc:sldMkLst>
        <pc:spChg chg="mod">
          <ac:chgData name="Shivam Singh" userId="e52e9ba4b5bcdf08" providerId="LiveId" clId="{341AFF7A-C5CD-4491-9020-97A9030EB6ED}" dt="2026-08-15T06:31:48.831" v="1" actId="26606"/>
          <ac:spMkLst>
            <pc:docMk/>
            <pc:sldMk cId="0" sldId="284"/>
            <ac:spMk id="7" creationId="{00000000-0000-0000-0000-000000000000}"/>
          </ac:spMkLst>
        </pc:spChg>
        <pc:spChg chg="mod">
          <ac:chgData name="Shivam Singh" userId="e52e9ba4b5bcdf08" providerId="LiveId" clId="{341AFF7A-C5CD-4491-9020-97A9030EB6ED}" dt="2026-08-15T06:31:48.831" v="1" actId="26606"/>
          <ac:spMkLst>
            <pc:docMk/>
            <pc:sldMk cId="0" sldId="284"/>
            <ac:spMk id="8" creationId="{00000000-0000-0000-0000-000000000000}"/>
          </ac:spMkLst>
        </pc:spChg>
        <pc:spChg chg="mod">
          <ac:chgData name="Shivam Singh" userId="e52e9ba4b5bcdf08" providerId="LiveId" clId="{341AFF7A-C5CD-4491-9020-97A9030EB6ED}" dt="2026-08-15T06:31:48.831" v="1" actId="26606"/>
          <ac:spMkLst>
            <pc:docMk/>
            <pc:sldMk cId="0" sldId="284"/>
            <ac:spMk id="9" creationId="{00000000-0000-0000-0000-000000000000}"/>
          </ac:spMkLst>
        </pc:spChg>
        <pc:spChg chg="mod">
          <ac:chgData name="Shivam Singh" userId="e52e9ba4b5bcdf08" providerId="LiveId" clId="{341AFF7A-C5CD-4491-9020-97A9030EB6ED}" dt="2026-08-15T06:31:48.831" v="1" actId="26606"/>
          <ac:spMkLst>
            <pc:docMk/>
            <pc:sldMk cId="0" sldId="284"/>
            <ac:spMk id="12" creationId="{00000000-0000-0000-0000-000000000000}"/>
          </ac:spMkLst>
        </pc:spChg>
        <pc:spChg chg="mod">
          <ac:chgData name="Shivam Singh" userId="e52e9ba4b5bcdf08" providerId="LiveId" clId="{341AFF7A-C5CD-4491-9020-97A9030EB6ED}" dt="2026-08-15T06:31:48.831" v="1" actId="26606"/>
          <ac:spMkLst>
            <pc:docMk/>
            <pc:sldMk cId="0" sldId="284"/>
            <ac:spMk id="13" creationId="{00000000-0000-0000-0000-000000000000}"/>
          </ac:spMkLst>
        </pc:spChg>
        <pc:spChg chg="mod">
          <ac:chgData name="Shivam Singh" userId="e52e9ba4b5bcdf08" providerId="LiveId" clId="{341AFF7A-C5CD-4491-9020-97A9030EB6ED}" dt="2026-08-15T06:52:05.400" v="139" actId="26606"/>
          <ac:spMkLst>
            <pc:docMk/>
            <pc:sldMk cId="0" sldId="284"/>
            <ac:spMk id="25" creationId="{00000000-0000-0000-0000-000000000000}"/>
          </ac:spMkLst>
        </pc:spChg>
        <pc:spChg chg="mod">
          <ac:chgData name="Shivam Singh" userId="e52e9ba4b5bcdf08" providerId="LiveId" clId="{341AFF7A-C5CD-4491-9020-97A9030EB6ED}" dt="2026-08-15T06:52:05.400" v="139" actId="26606"/>
          <ac:spMkLst>
            <pc:docMk/>
            <pc:sldMk cId="0" sldId="284"/>
            <ac:spMk id="26" creationId="{00000000-0000-0000-0000-000000000000}"/>
          </ac:spMkLst>
        </pc:spChg>
        <pc:spChg chg="del">
          <ac:chgData name="Shivam Singh" userId="e52e9ba4b5bcdf08" providerId="LiveId" clId="{341AFF7A-C5CD-4491-9020-97A9030EB6ED}" dt="2026-08-15T06:31:48.831" v="1" actId="26606"/>
          <ac:spMkLst>
            <pc:docMk/>
            <pc:sldMk cId="0" sldId="284"/>
            <ac:spMk id="27" creationId="{00000000-0000-0000-0000-000000000000}"/>
          </ac:spMkLst>
        </pc:spChg>
        <pc:spChg chg="del">
          <ac:chgData name="Shivam Singh" userId="e52e9ba4b5bcdf08" providerId="LiveId" clId="{341AFF7A-C5CD-4491-9020-97A9030EB6ED}" dt="2026-08-15T06:31:48.831" v="1" actId="26606"/>
          <ac:spMkLst>
            <pc:docMk/>
            <pc:sldMk cId="0" sldId="284"/>
            <ac:spMk id="30" creationId="{00000000-0000-0000-0000-000000000000}"/>
          </ac:spMkLst>
        </pc:spChg>
        <pc:spChg chg="del">
          <ac:chgData name="Shivam Singh" userId="e52e9ba4b5bcdf08" providerId="LiveId" clId="{341AFF7A-C5CD-4491-9020-97A9030EB6ED}" dt="2026-08-15T06:31:48.831" v="1" actId="26606"/>
          <ac:spMkLst>
            <pc:docMk/>
            <pc:sldMk cId="0" sldId="284"/>
            <ac:spMk id="31" creationId="{00000000-0000-0000-0000-000000000000}"/>
          </ac:spMkLst>
        </pc:spChg>
        <pc:spChg chg="del">
          <ac:chgData name="Shivam Singh" userId="e52e9ba4b5bcdf08" providerId="LiveId" clId="{341AFF7A-C5CD-4491-9020-97A9030EB6ED}" dt="2026-08-15T06:31:48.831" v="1" actId="26606"/>
          <ac:spMkLst>
            <pc:docMk/>
            <pc:sldMk cId="0" sldId="284"/>
            <ac:spMk id="33" creationId="{00000000-0000-0000-0000-000000000000}"/>
          </ac:spMkLst>
        </pc:spChg>
        <pc:spChg chg="del">
          <ac:chgData name="Shivam Singh" userId="e52e9ba4b5bcdf08" providerId="LiveId" clId="{341AFF7A-C5CD-4491-9020-97A9030EB6ED}" dt="2026-08-15T06:31:48.831" v="1" actId="26606"/>
          <ac:spMkLst>
            <pc:docMk/>
            <pc:sldMk cId="0" sldId="284"/>
            <ac:spMk id="35" creationId="{00000000-0000-0000-0000-000000000000}"/>
          </ac:spMkLst>
        </pc:spChg>
        <pc:spChg chg="mod replId">
          <ac:chgData name="Shivam Singh" userId="e52e9ba4b5bcdf08" providerId="LiveId" clId="{341AFF7A-C5CD-4491-9020-97A9030EB6ED}" dt="2026-08-15T06:31:47.763" v="0" actId="26606"/>
          <ac:spMkLst>
            <pc:docMk/>
            <pc:sldMk cId="0" sldId="284"/>
            <ac:spMk id="40" creationId="{00000000-0000-0000-0000-000000000000}"/>
          </ac:spMkLst>
        </pc:spChg>
        <pc:spChg chg="mod replId">
          <ac:chgData name="Shivam Singh" userId="e52e9ba4b5bcdf08" providerId="LiveId" clId="{341AFF7A-C5CD-4491-9020-97A9030EB6ED}" dt="2026-08-15T06:31:47.763" v="0" actId="26606"/>
          <ac:spMkLst>
            <pc:docMk/>
            <pc:sldMk cId="0" sldId="284"/>
            <ac:spMk id="41" creationId="{00000000-0000-0000-0000-000000000000}"/>
          </ac:spMkLst>
        </pc:spChg>
        <pc:spChg chg="mod replId">
          <ac:chgData name="Shivam Singh" userId="e52e9ba4b5bcdf08" providerId="LiveId" clId="{341AFF7A-C5CD-4491-9020-97A9030EB6ED}" dt="2026-08-15T06:31:47.763" v="0" actId="26606"/>
          <ac:spMkLst>
            <pc:docMk/>
            <pc:sldMk cId="0" sldId="284"/>
            <ac:spMk id="42" creationId="{00000000-0000-0000-0000-000000000000}"/>
          </ac:spMkLst>
        </pc:spChg>
      </pc:sldChg>
      <pc:sldChg chg="addSp delSp modSp mod ord setBg">
        <pc:chgData name="Shivam Singh" userId="e52e9ba4b5bcdf08" providerId="LiveId" clId="{341AFF7A-C5CD-4491-9020-97A9030EB6ED}" dt="2026-08-15T06:52:05.400" v="139" actId="26606"/>
        <pc:sldMkLst>
          <pc:docMk/>
          <pc:sldMk cId="0" sldId="285"/>
        </pc:sldMkLst>
        <pc:spChg chg="mod">
          <ac:chgData name="Shivam Singh" userId="e52e9ba4b5bcdf08" providerId="LiveId" clId="{341AFF7A-C5CD-4491-9020-97A9030EB6ED}" dt="2026-08-15T06:49:17.314" v="137" actId="20577"/>
          <ac:spMkLst>
            <pc:docMk/>
            <pc:sldMk cId="0" sldId="285"/>
            <ac:spMk id="2" creationId="{00000000-0000-0000-0000-000000000000}"/>
          </ac:spMkLst>
        </pc:spChg>
        <pc:spChg chg="mod">
          <ac:chgData name="Shivam Singh" userId="e52e9ba4b5bcdf08" providerId="LiveId" clId="{341AFF7A-C5CD-4491-9020-97A9030EB6ED}" dt="2026-08-15T06:31:48.831" v="1" actId="26606"/>
          <ac:spMkLst>
            <pc:docMk/>
            <pc:sldMk cId="0" sldId="285"/>
            <ac:spMk id="8" creationId="{00000000-0000-0000-0000-000000000000}"/>
          </ac:spMkLst>
        </pc:spChg>
        <pc:spChg chg="mod">
          <ac:chgData name="Shivam Singh" userId="e52e9ba4b5bcdf08" providerId="LiveId" clId="{341AFF7A-C5CD-4491-9020-97A9030EB6ED}" dt="2026-08-15T06:31:48.831" v="1" actId="26606"/>
          <ac:spMkLst>
            <pc:docMk/>
            <pc:sldMk cId="0" sldId="285"/>
            <ac:spMk id="12" creationId="{00000000-0000-0000-0000-000000000000}"/>
          </ac:spMkLst>
        </pc:spChg>
        <pc:spChg chg="mod">
          <ac:chgData name="Shivam Singh" userId="e52e9ba4b5bcdf08" providerId="LiveId" clId="{341AFF7A-C5CD-4491-9020-97A9030EB6ED}" dt="2026-08-15T06:31:48.831" v="1" actId="26606"/>
          <ac:spMkLst>
            <pc:docMk/>
            <pc:sldMk cId="0" sldId="285"/>
            <ac:spMk id="15" creationId="{00000000-0000-0000-0000-000000000000}"/>
          </ac:spMkLst>
        </pc:spChg>
        <pc:spChg chg="mod">
          <ac:chgData name="Shivam Singh" userId="e52e9ba4b5bcdf08" providerId="LiveId" clId="{341AFF7A-C5CD-4491-9020-97A9030EB6ED}" dt="2026-08-15T06:52:05.400" v="139" actId="26606"/>
          <ac:spMkLst>
            <pc:docMk/>
            <pc:sldMk cId="0" sldId="285"/>
            <ac:spMk id="16" creationId="{00000000-0000-0000-0000-000000000000}"/>
          </ac:spMkLst>
        </pc:spChg>
        <pc:spChg chg="mod">
          <ac:chgData name="Shivam Singh" userId="e52e9ba4b5bcdf08" providerId="LiveId" clId="{341AFF7A-C5CD-4491-9020-97A9030EB6ED}" dt="2026-08-15T06:31:48.831" v="1" actId="26606"/>
          <ac:spMkLst>
            <pc:docMk/>
            <pc:sldMk cId="0" sldId="285"/>
            <ac:spMk id="17" creationId="{00000000-0000-0000-0000-000000000000}"/>
          </ac:spMkLst>
        </pc:spChg>
        <pc:spChg chg="mod">
          <ac:chgData name="Shivam Singh" userId="e52e9ba4b5bcdf08" providerId="LiveId" clId="{341AFF7A-C5CD-4491-9020-97A9030EB6ED}" dt="2026-08-15T06:31:48.831" v="1" actId="26606"/>
          <ac:spMkLst>
            <pc:docMk/>
            <pc:sldMk cId="0" sldId="285"/>
            <ac:spMk id="19" creationId="{00000000-0000-0000-0000-000000000000}"/>
          </ac:spMkLst>
        </pc:spChg>
        <pc:spChg chg="mod">
          <ac:chgData name="Shivam Singh" userId="e52e9ba4b5bcdf08" providerId="LiveId" clId="{341AFF7A-C5CD-4491-9020-97A9030EB6ED}" dt="2026-08-15T06:31:48.831" v="1" actId="26606"/>
          <ac:spMkLst>
            <pc:docMk/>
            <pc:sldMk cId="0" sldId="285"/>
            <ac:spMk id="22" creationId="{00000000-0000-0000-0000-000000000000}"/>
          </ac:spMkLst>
        </pc:spChg>
        <pc:spChg chg="mod">
          <ac:chgData name="Shivam Singh" userId="e52e9ba4b5bcdf08" providerId="LiveId" clId="{341AFF7A-C5CD-4491-9020-97A9030EB6ED}" dt="2026-08-15T06:31:48.831" v="1" actId="26606"/>
          <ac:spMkLst>
            <pc:docMk/>
            <pc:sldMk cId="0" sldId="285"/>
            <ac:spMk id="26" creationId="{00000000-0000-0000-0000-000000000000}"/>
          </ac:spMkLst>
        </pc:spChg>
        <pc:spChg chg="add">
          <ac:chgData name="Shivam Singh" userId="e52e9ba4b5bcdf08" providerId="LiveId" clId="{341AFF7A-C5CD-4491-9020-97A9030EB6ED}" dt="2026-08-15T06:31:48.831" v="1" actId="26606"/>
          <ac:spMkLst>
            <pc:docMk/>
            <pc:sldMk cId="0" sldId="285"/>
            <ac:spMk id="30" creationId="{00000000-0000-0000-0000-000000000000}"/>
          </ac:spMkLst>
        </pc:spChg>
        <pc:spChg chg="mod">
          <ac:chgData name="Shivam Singh" userId="e52e9ba4b5bcdf08" providerId="LiveId" clId="{341AFF7A-C5CD-4491-9020-97A9030EB6ED}" dt="2026-08-15T06:31:48.831" v="1" actId="26606"/>
          <ac:spMkLst>
            <pc:docMk/>
            <pc:sldMk cId="0" sldId="285"/>
            <ac:spMk id="32" creationId="{00000000-0000-0000-0000-000000000000}"/>
          </ac:spMkLst>
        </pc:spChg>
        <pc:spChg chg="mod">
          <ac:chgData name="Shivam Singh" userId="e52e9ba4b5bcdf08" providerId="LiveId" clId="{341AFF7A-C5CD-4491-9020-97A9030EB6ED}" dt="2026-08-15T06:52:05.400" v="139" actId="26606"/>
          <ac:spMkLst>
            <pc:docMk/>
            <pc:sldMk cId="0" sldId="285"/>
            <ac:spMk id="35" creationId="{00000000-0000-0000-0000-000000000000}"/>
          </ac:spMkLst>
        </pc:spChg>
        <pc:spChg chg="mod">
          <ac:chgData name="Shivam Singh" userId="e52e9ba4b5bcdf08" providerId="LiveId" clId="{341AFF7A-C5CD-4491-9020-97A9030EB6ED}" dt="2026-08-15T06:52:05.400" v="139" actId="26606"/>
          <ac:spMkLst>
            <pc:docMk/>
            <pc:sldMk cId="0" sldId="285"/>
            <ac:spMk id="38" creationId="{00000000-0000-0000-0000-000000000000}"/>
          </ac:spMkLst>
        </pc:spChg>
        <pc:spChg chg="mod replId">
          <ac:chgData name="Shivam Singh" userId="e52e9ba4b5bcdf08" providerId="LiveId" clId="{341AFF7A-C5CD-4491-9020-97A9030EB6ED}" dt="2026-08-15T06:31:47.763" v="0" actId="26606"/>
          <ac:spMkLst>
            <pc:docMk/>
            <pc:sldMk cId="0" sldId="285"/>
            <ac:spMk id="39" creationId="{00000000-0000-0000-0000-000000000000}"/>
          </ac:spMkLst>
        </pc:spChg>
        <pc:spChg chg="del mod replId">
          <ac:chgData name="Shivam Singh" userId="e52e9ba4b5bcdf08" providerId="LiveId" clId="{341AFF7A-C5CD-4491-9020-97A9030EB6ED}" dt="2026-08-15T06:31:48.831" v="1" actId="26606"/>
          <ac:spMkLst>
            <pc:docMk/>
            <pc:sldMk cId="0" sldId="285"/>
            <ac:spMk id="40" creationId="{00000000-0000-0000-0000-000000000000}"/>
          </ac:spMkLst>
        </pc:spChg>
        <pc:picChg chg="mod replId">
          <ac:chgData name="Shivam Singh" userId="e52e9ba4b5bcdf08" providerId="LiveId" clId="{341AFF7A-C5CD-4491-9020-97A9030EB6ED}" dt="2026-08-15T06:31:47.763" v="0" actId="26606"/>
          <ac:picMkLst>
            <pc:docMk/>
            <pc:sldMk cId="0" sldId="285"/>
            <ac:picMk id="41" creationId="{00000000-0000-0000-0000-000000000000}"/>
          </ac:picMkLst>
        </pc:picChg>
        <pc:picChg chg="mod replId">
          <ac:chgData name="Shivam Singh" userId="e52e9ba4b5bcdf08" providerId="LiveId" clId="{341AFF7A-C5CD-4491-9020-97A9030EB6ED}" dt="2026-08-15T06:31:47.763" v="0" actId="26606"/>
          <ac:picMkLst>
            <pc:docMk/>
            <pc:sldMk cId="0" sldId="285"/>
            <ac:picMk id="42" creationId="{00000000-0000-0000-0000-000000000000}"/>
          </ac:picMkLst>
        </pc:picChg>
      </pc:sldChg>
      <pc:sldChg chg="addSp delSp modSp mod ord setBg">
        <pc:chgData name="Shivam Singh" userId="e52e9ba4b5bcdf08" providerId="LiveId" clId="{341AFF7A-C5CD-4491-9020-97A9030EB6ED}" dt="2026-08-15T06:52:05.400" v="139" actId="26606"/>
        <pc:sldMkLst>
          <pc:docMk/>
          <pc:sldMk cId="0" sldId="286"/>
        </pc:sldMkLst>
        <pc:spChg chg="mod">
          <ac:chgData name="Shivam Singh" userId="e52e9ba4b5bcdf08" providerId="LiveId" clId="{341AFF7A-C5CD-4491-9020-97A9030EB6ED}" dt="2026-08-15T06:52:05.400" v="139" actId="26606"/>
          <ac:spMkLst>
            <pc:docMk/>
            <pc:sldMk cId="0" sldId="286"/>
            <ac:spMk id="2" creationId="{00000000-0000-0000-0000-000000000000}"/>
          </ac:spMkLst>
        </pc:spChg>
        <pc:spChg chg="mod">
          <ac:chgData name="Shivam Singh" userId="e52e9ba4b5bcdf08" providerId="LiveId" clId="{341AFF7A-C5CD-4491-9020-97A9030EB6ED}" dt="2026-08-15T06:31:48.831" v="1" actId="26606"/>
          <ac:spMkLst>
            <pc:docMk/>
            <pc:sldMk cId="0" sldId="286"/>
            <ac:spMk id="4" creationId="{00000000-0000-0000-0000-000000000000}"/>
          </ac:spMkLst>
        </pc:spChg>
        <pc:spChg chg="mod">
          <ac:chgData name="Shivam Singh" userId="e52e9ba4b5bcdf08" providerId="LiveId" clId="{341AFF7A-C5CD-4491-9020-97A9030EB6ED}" dt="2026-08-15T06:31:48.831" v="1" actId="26606"/>
          <ac:spMkLst>
            <pc:docMk/>
            <pc:sldMk cId="0" sldId="286"/>
            <ac:spMk id="6" creationId="{00000000-0000-0000-0000-000000000000}"/>
          </ac:spMkLst>
        </pc:spChg>
        <pc:spChg chg="mod">
          <ac:chgData name="Shivam Singh" userId="e52e9ba4b5bcdf08" providerId="LiveId" clId="{341AFF7A-C5CD-4491-9020-97A9030EB6ED}" dt="2026-08-15T06:31:48.831" v="1" actId="26606"/>
          <ac:spMkLst>
            <pc:docMk/>
            <pc:sldMk cId="0" sldId="286"/>
            <ac:spMk id="7" creationId="{00000000-0000-0000-0000-000000000000}"/>
          </ac:spMkLst>
        </pc:spChg>
        <pc:spChg chg="mod">
          <ac:chgData name="Shivam Singh" userId="e52e9ba4b5bcdf08" providerId="LiveId" clId="{341AFF7A-C5CD-4491-9020-97A9030EB6ED}" dt="2026-08-15T06:31:48.831" v="1" actId="26606"/>
          <ac:spMkLst>
            <pc:docMk/>
            <pc:sldMk cId="0" sldId="286"/>
            <ac:spMk id="10" creationId="{00000000-0000-0000-0000-000000000000}"/>
          </ac:spMkLst>
        </pc:spChg>
        <pc:spChg chg="mod">
          <ac:chgData name="Shivam Singh" userId="e52e9ba4b5bcdf08" providerId="LiveId" clId="{341AFF7A-C5CD-4491-9020-97A9030EB6ED}" dt="2026-08-15T06:31:48.831" v="1" actId="26606"/>
          <ac:spMkLst>
            <pc:docMk/>
            <pc:sldMk cId="0" sldId="286"/>
            <ac:spMk id="13" creationId="{00000000-0000-0000-0000-000000000000}"/>
          </ac:spMkLst>
        </pc:spChg>
        <pc:spChg chg="mod">
          <ac:chgData name="Shivam Singh" userId="e52e9ba4b5bcdf08" providerId="LiveId" clId="{341AFF7A-C5CD-4491-9020-97A9030EB6ED}" dt="2026-08-15T06:31:48.831" v="1" actId="26606"/>
          <ac:spMkLst>
            <pc:docMk/>
            <pc:sldMk cId="0" sldId="286"/>
            <ac:spMk id="14" creationId="{00000000-0000-0000-0000-000000000000}"/>
          </ac:spMkLst>
        </pc:spChg>
        <pc:spChg chg="mod">
          <ac:chgData name="Shivam Singh" userId="e52e9ba4b5bcdf08" providerId="LiveId" clId="{341AFF7A-C5CD-4491-9020-97A9030EB6ED}" dt="2026-08-15T06:31:48.831" v="1" actId="26606"/>
          <ac:spMkLst>
            <pc:docMk/>
            <pc:sldMk cId="0" sldId="286"/>
            <ac:spMk id="18" creationId="{00000000-0000-0000-0000-000000000000}"/>
          </ac:spMkLst>
        </pc:spChg>
        <pc:spChg chg="add del">
          <ac:chgData name="Shivam Singh" userId="e52e9ba4b5bcdf08" providerId="LiveId" clId="{341AFF7A-C5CD-4491-9020-97A9030EB6ED}" dt="2026-08-15T06:52:05.400" v="139" actId="26606"/>
          <ac:spMkLst>
            <pc:docMk/>
            <pc:sldMk cId="0" sldId="286"/>
            <ac:spMk id="19" creationId="{00000000-0000-0000-0000-000000000000}"/>
          </ac:spMkLst>
        </pc:spChg>
        <pc:spChg chg="add del">
          <ac:chgData name="Shivam Singh" userId="e52e9ba4b5bcdf08" providerId="LiveId" clId="{341AFF7A-C5CD-4491-9020-97A9030EB6ED}" dt="2026-08-15T06:52:05.400" v="139" actId="26606"/>
          <ac:spMkLst>
            <pc:docMk/>
            <pc:sldMk cId="0" sldId="286"/>
            <ac:spMk id="20" creationId="{00000000-0000-0000-0000-000000000000}"/>
          </ac:spMkLst>
        </pc:spChg>
        <pc:spChg chg="del">
          <ac:chgData name="Shivam Singh" userId="e52e9ba4b5bcdf08" providerId="LiveId" clId="{341AFF7A-C5CD-4491-9020-97A9030EB6ED}" dt="2026-08-15T06:44:00.202" v="117" actId="478"/>
          <ac:spMkLst>
            <pc:docMk/>
            <pc:sldMk cId="0" sldId="286"/>
            <ac:spMk id="22" creationId="{00000000-0000-0000-0000-000000000000}"/>
          </ac:spMkLst>
        </pc:spChg>
        <pc:spChg chg="add del mod">
          <ac:chgData name="Shivam Singh" userId="e52e9ba4b5bcdf08" providerId="LiveId" clId="{341AFF7A-C5CD-4491-9020-97A9030EB6ED}" dt="2026-08-15T06:44:05.911" v="120" actId="478"/>
          <ac:spMkLst>
            <pc:docMk/>
            <pc:sldMk cId="0" sldId="286"/>
            <ac:spMk id="23" creationId="{00000000-0000-0000-0000-000000000000}"/>
          </ac:spMkLst>
        </pc:spChg>
        <pc:spChg chg="mod replId">
          <ac:chgData name="Shivam Singh" userId="e52e9ba4b5bcdf08" providerId="LiveId" clId="{341AFF7A-C5CD-4491-9020-97A9030EB6ED}" dt="2026-08-15T06:31:47.763" v="0" actId="26606"/>
          <ac:spMkLst>
            <pc:docMk/>
            <pc:sldMk cId="0" sldId="286"/>
            <ac:spMk id="26" creationId="{00000000-0000-0000-0000-000000000000}"/>
          </ac:spMkLst>
        </pc:spChg>
        <pc:spChg chg="mod replId">
          <ac:chgData name="Shivam Singh" userId="e52e9ba4b5bcdf08" providerId="LiveId" clId="{341AFF7A-C5CD-4491-9020-97A9030EB6ED}" dt="2026-08-15T06:31:47.763" v="0" actId="26606"/>
          <ac:spMkLst>
            <pc:docMk/>
            <pc:sldMk cId="0" sldId="286"/>
            <ac:spMk id="27" creationId="{00000000-0000-0000-0000-000000000000}"/>
          </ac:spMkLst>
        </pc:spChg>
        <pc:spChg chg="del mod replId">
          <ac:chgData name="Shivam Singh" userId="e52e9ba4b5bcdf08" providerId="LiveId" clId="{341AFF7A-C5CD-4491-9020-97A9030EB6ED}" dt="2026-08-15T06:31:48.831" v="1" actId="26606"/>
          <ac:spMkLst>
            <pc:docMk/>
            <pc:sldMk cId="0" sldId="286"/>
            <ac:spMk id="28" creationId="{00000000-0000-0000-0000-000000000000}"/>
          </ac:spMkLst>
        </pc:spChg>
        <pc:picChg chg="mod replId">
          <ac:chgData name="Shivam Singh" userId="e52e9ba4b5bcdf08" providerId="LiveId" clId="{341AFF7A-C5CD-4491-9020-97A9030EB6ED}" dt="2026-08-15T06:31:47.763" v="0" actId="26606"/>
          <ac:picMkLst>
            <pc:docMk/>
            <pc:sldMk cId="0" sldId="286"/>
            <ac:picMk id="29" creationId="{00000000-0000-0000-0000-000000000000}"/>
          </ac:picMkLst>
        </pc:picChg>
        <pc:cxnChg chg="del">
          <ac:chgData name="Shivam Singh" userId="e52e9ba4b5bcdf08" providerId="LiveId" clId="{341AFF7A-C5CD-4491-9020-97A9030EB6ED}" dt="2026-08-15T06:44:01.708" v="118" actId="478"/>
          <ac:cxnSpMkLst>
            <pc:docMk/>
            <pc:sldMk cId="0" sldId="286"/>
            <ac:cxnSpMk id="21" creationId="{00000000-0000-0000-0000-000000000000}"/>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developers</c:v>
                </c:pt>
              </c:strCache>
            </c:strRef>
          </c:tx>
          <c:spPr>
            <a:solidFill>
              <a:srgbClr val="FA500F"/>
            </a:solidFill>
            <a:effectLst/>
          </c:spPr>
          <c:invertIfNegative val="0"/>
          <c:dLbls>
            <c:numFmt formatCode="0&quot;%&quot;" sourceLinked="0"/>
            <c:spPr>
              <a:noFill/>
              <a:ln>
                <a:noFill/>
              </a:ln>
              <a:effectLst/>
            </c:spPr>
            <c:txPr>
              <a:bodyPr/>
              <a:lstStyle/>
              <a:p>
                <a:pPr>
                  <a:defRPr sz="1100" b="0" i="0" u="none" strike="noStrike">
                    <a:solidFill>
                      <a:srgbClr val="FAFAF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Trust AI tools</c:v>
                </c:pt>
                <c:pt idx="1">
                  <c:v>Use AI tools</c:v>
                </c:pt>
              </c:strCache>
            </c:strRef>
          </c:cat>
          <c:val>
            <c:numRef>
              <c:f>Sheet1!$B$2:$B$3</c:f>
              <c:numCache>
                <c:formatCode>General</c:formatCode>
                <c:ptCount val="2"/>
                <c:pt idx="0">
                  <c:v>29</c:v>
                </c:pt>
                <c:pt idx="1">
                  <c:v>84</c:v>
                </c:pt>
              </c:numCache>
            </c:numRef>
          </c:val>
          <c:extLst>
            <c:ext xmlns:c16="http://schemas.microsoft.com/office/drawing/2014/chart" uri="{C3380CC4-5D6E-409C-BE32-E72D297353CC}">
              <c16:uniqueId val="{00000000-EA74-44E9-93A0-CDAC79589E6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A8A096"/>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12700" cap="flat">
              <a:solidFill>
                <a:srgbClr val="3E362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A8A09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Open source</c:v>
                </c:pt>
              </c:strCache>
            </c:strRef>
          </c:tx>
          <c:spPr>
            <a:ln w="47625">
              <a:noFill/>
            </a:ln>
          </c:spPr>
          <c:marker>
            <c:symbol val="circle"/>
            <c:size val="9"/>
            <c:spPr>
              <a:solidFill>
                <a:srgbClr val="A8A096"/>
              </a:solidFill>
              <a:ln>
                <a:solidFill>
                  <a:srgbClr val="A8A096"/>
                </a:solidFill>
              </a:ln>
            </c:spPr>
          </c:marker>
          <c:xVal>
            <c:numRef>
              <c:f>Sheet1!$A$2:$A$2</c:f>
              <c:numCache>
                <c:formatCode>General</c:formatCode>
                <c:ptCount val="1"/>
                <c:pt idx="0">
                  <c:v>8.4</c:v>
                </c:pt>
              </c:numCache>
            </c:numRef>
          </c:xVal>
          <c:yVal>
            <c:numRef>
              <c:f>Sheet1!$B$2:$B$2</c:f>
              <c:numCache>
                <c:formatCode>General</c:formatCode>
                <c:ptCount val="1"/>
                <c:pt idx="0">
                  <c:v>2</c:v>
                </c:pt>
              </c:numCache>
            </c:numRef>
          </c:yVal>
          <c:smooth val="0"/>
          <c:extLst>
            <c:ext xmlns:c16="http://schemas.microsoft.com/office/drawing/2014/chart" uri="{C3380CC4-5D6E-409C-BE32-E72D297353CC}">
              <c16:uniqueId val="{00000000-0E2C-4B42-B85C-42FFE59D670D}"/>
            </c:ext>
          </c:extLst>
        </c:ser>
        <c:ser>
          <c:idx val="1"/>
          <c:order val="1"/>
          <c:tx>
            <c:strRef>
              <c:f>Sheet1!$B$4</c:f>
              <c:strCache>
                <c:ptCount val="1"/>
                <c:pt idx="0">
                  <c:v>OSS frameworks</c:v>
                </c:pt>
              </c:strCache>
            </c:strRef>
          </c:tx>
          <c:spPr>
            <a:ln w="47625">
              <a:noFill/>
            </a:ln>
          </c:spPr>
          <c:marker>
            <c:symbol val="circle"/>
            <c:size val="9"/>
            <c:spPr>
              <a:solidFill>
                <a:srgbClr val="A8A096"/>
              </a:solidFill>
              <a:ln>
                <a:solidFill>
                  <a:srgbClr val="A8A096"/>
                </a:solidFill>
              </a:ln>
            </c:spPr>
          </c:marker>
          <c:xVal>
            <c:numRef>
              <c:f>Sheet1!$A$5:$A$5</c:f>
              <c:numCache>
                <c:formatCode>General</c:formatCode>
                <c:ptCount val="1"/>
                <c:pt idx="0">
                  <c:v>7</c:v>
                </c:pt>
              </c:numCache>
            </c:numRef>
          </c:xVal>
          <c:yVal>
            <c:numRef>
              <c:f>Sheet1!$B$5:$B$5</c:f>
              <c:numCache>
                <c:formatCode>General</c:formatCode>
                <c:ptCount val="1"/>
                <c:pt idx="0">
                  <c:v>3.2</c:v>
                </c:pt>
              </c:numCache>
            </c:numRef>
          </c:yVal>
          <c:smooth val="0"/>
          <c:extLst>
            <c:ext xmlns:c16="http://schemas.microsoft.com/office/drawing/2014/chart" uri="{C3380CC4-5D6E-409C-BE32-E72D297353CC}">
              <c16:uniqueId val="{00000001-0E2C-4B42-B85C-42FFE59D670D}"/>
            </c:ext>
          </c:extLst>
        </c:ser>
        <c:ser>
          <c:idx val="2"/>
          <c:order val="2"/>
          <c:tx>
            <c:strRef>
              <c:f>Sheet1!$B$7</c:f>
              <c:strCache>
                <c:ptCount val="1"/>
                <c:pt idx="0">
                  <c:v>OpenAI</c:v>
                </c:pt>
              </c:strCache>
            </c:strRef>
          </c:tx>
          <c:spPr>
            <a:ln w="47625">
              <a:noFill/>
            </a:ln>
          </c:spPr>
          <c:marker>
            <c:symbol val="circle"/>
            <c:size val="9"/>
            <c:spPr>
              <a:solidFill>
                <a:srgbClr val="A8A096"/>
              </a:solidFill>
              <a:ln>
                <a:solidFill>
                  <a:srgbClr val="A8A096"/>
                </a:solidFill>
              </a:ln>
            </c:spPr>
          </c:marker>
          <c:xVal>
            <c:numRef>
              <c:f>Sheet1!$A$8:$A$8</c:f>
              <c:numCache>
                <c:formatCode>General</c:formatCode>
                <c:ptCount val="1"/>
                <c:pt idx="0">
                  <c:v>3</c:v>
                </c:pt>
              </c:numCache>
            </c:numRef>
          </c:xVal>
          <c:yVal>
            <c:numRef>
              <c:f>Sheet1!$B$8:$B$8</c:f>
              <c:numCache>
                <c:formatCode>General</c:formatCode>
                <c:ptCount val="1"/>
                <c:pt idx="0">
                  <c:v>6</c:v>
                </c:pt>
              </c:numCache>
            </c:numRef>
          </c:yVal>
          <c:smooth val="0"/>
          <c:extLst>
            <c:ext xmlns:c16="http://schemas.microsoft.com/office/drawing/2014/chart" uri="{C3380CC4-5D6E-409C-BE32-E72D297353CC}">
              <c16:uniqueId val="{00000002-0E2C-4B42-B85C-42FFE59D670D}"/>
            </c:ext>
          </c:extLst>
        </c:ser>
        <c:ser>
          <c:idx val="3"/>
          <c:order val="3"/>
          <c:tx>
            <c:strRef>
              <c:f>Sheet1!$B$10</c:f>
              <c:strCache>
                <c:ptCount val="1"/>
                <c:pt idx="0">
                  <c:v>Azure</c:v>
                </c:pt>
              </c:strCache>
            </c:strRef>
          </c:tx>
          <c:spPr>
            <a:ln w="47625">
              <a:noFill/>
            </a:ln>
          </c:spPr>
          <c:marker>
            <c:symbol val="circle"/>
            <c:size val="9"/>
            <c:spPr>
              <a:solidFill>
                <a:srgbClr val="A8A096"/>
              </a:solidFill>
              <a:ln>
                <a:solidFill>
                  <a:srgbClr val="A8A096"/>
                </a:solidFill>
              </a:ln>
            </c:spPr>
          </c:marker>
          <c:xVal>
            <c:numRef>
              <c:f>Sheet1!$A$11:$A$11</c:f>
              <c:numCache>
                <c:formatCode>General</c:formatCode>
                <c:ptCount val="1"/>
                <c:pt idx="0">
                  <c:v>4</c:v>
                </c:pt>
              </c:numCache>
            </c:numRef>
          </c:xVal>
          <c:yVal>
            <c:numRef>
              <c:f>Sheet1!$B$11:$B$11</c:f>
              <c:numCache>
                <c:formatCode>General</c:formatCode>
                <c:ptCount val="1"/>
                <c:pt idx="0">
                  <c:v>6.7</c:v>
                </c:pt>
              </c:numCache>
            </c:numRef>
          </c:yVal>
          <c:smooth val="0"/>
          <c:extLst>
            <c:ext xmlns:c16="http://schemas.microsoft.com/office/drawing/2014/chart" uri="{C3380CC4-5D6E-409C-BE32-E72D297353CC}">
              <c16:uniqueId val="{00000003-0E2C-4B42-B85C-42FFE59D670D}"/>
            </c:ext>
          </c:extLst>
        </c:ser>
        <c:ser>
          <c:idx val="4"/>
          <c:order val="4"/>
          <c:tx>
            <c:strRef>
              <c:f>Sheet1!$B$13</c:f>
              <c:strCache>
                <c:ptCount val="1"/>
                <c:pt idx="0">
                  <c:v>AWS / GCP</c:v>
                </c:pt>
              </c:strCache>
            </c:strRef>
          </c:tx>
          <c:spPr>
            <a:ln w="47625">
              <a:noFill/>
            </a:ln>
          </c:spPr>
          <c:marker>
            <c:symbol val="circle"/>
            <c:size val="9"/>
            <c:spPr>
              <a:solidFill>
                <a:srgbClr val="A8A096"/>
              </a:solidFill>
              <a:ln>
                <a:solidFill>
                  <a:srgbClr val="A8A096"/>
                </a:solidFill>
              </a:ln>
            </c:spPr>
          </c:marker>
          <c:xVal>
            <c:numRef>
              <c:f>Sheet1!$A$14:$A$14</c:f>
              <c:numCache>
                <c:formatCode>General</c:formatCode>
                <c:ptCount val="1"/>
                <c:pt idx="0">
                  <c:v>3.5</c:v>
                </c:pt>
              </c:numCache>
            </c:numRef>
          </c:xVal>
          <c:yVal>
            <c:numRef>
              <c:f>Sheet1!$B$14:$B$14</c:f>
              <c:numCache>
                <c:formatCode>General</c:formatCode>
                <c:ptCount val="1"/>
                <c:pt idx="0">
                  <c:v>5</c:v>
                </c:pt>
              </c:numCache>
            </c:numRef>
          </c:yVal>
          <c:smooth val="0"/>
          <c:extLst>
            <c:ext xmlns:c16="http://schemas.microsoft.com/office/drawing/2014/chart" uri="{C3380CC4-5D6E-409C-BE32-E72D297353CC}">
              <c16:uniqueId val="{00000004-0E2C-4B42-B85C-42FFE59D670D}"/>
            </c:ext>
          </c:extLst>
        </c:ser>
        <c:ser>
          <c:idx val="5"/>
          <c:order val="5"/>
          <c:tx>
            <c:strRef>
              <c:f>Sheet1!$B$16</c:f>
              <c:strCache>
                <c:ptCount val="1"/>
                <c:pt idx="0">
                  <c:v>Databricks</c:v>
                </c:pt>
              </c:strCache>
            </c:strRef>
          </c:tx>
          <c:spPr>
            <a:ln w="47625">
              <a:noFill/>
            </a:ln>
          </c:spPr>
          <c:marker>
            <c:symbol val="circle"/>
            <c:size val="9"/>
            <c:spPr>
              <a:solidFill>
                <a:srgbClr val="A8A096"/>
              </a:solidFill>
              <a:ln>
                <a:solidFill>
                  <a:srgbClr val="A8A096"/>
                </a:solidFill>
              </a:ln>
            </c:spPr>
          </c:marker>
          <c:xVal>
            <c:numRef>
              <c:f>Sheet1!$A$17:$A$17</c:f>
              <c:numCache>
                <c:formatCode>General</c:formatCode>
                <c:ptCount val="1"/>
                <c:pt idx="0">
                  <c:v>5</c:v>
                </c:pt>
              </c:numCache>
            </c:numRef>
          </c:xVal>
          <c:yVal>
            <c:numRef>
              <c:f>Sheet1!$B$17:$B$17</c:f>
              <c:numCache>
                <c:formatCode>General</c:formatCode>
                <c:ptCount val="1"/>
                <c:pt idx="0">
                  <c:v>5.4</c:v>
                </c:pt>
              </c:numCache>
            </c:numRef>
          </c:yVal>
          <c:smooth val="0"/>
          <c:extLst>
            <c:ext xmlns:c16="http://schemas.microsoft.com/office/drawing/2014/chart" uri="{C3380CC4-5D6E-409C-BE32-E72D297353CC}">
              <c16:uniqueId val="{00000005-0E2C-4B42-B85C-42FFE59D670D}"/>
            </c:ext>
          </c:extLst>
        </c:ser>
        <c:ser>
          <c:idx val="6"/>
          <c:order val="6"/>
          <c:tx>
            <c:strRef>
              <c:f>Sheet1!$B$19</c:f>
              <c:strCache>
                <c:ptCount val="1"/>
                <c:pt idx="0">
                  <c:v>Mistral Studio</c:v>
                </c:pt>
              </c:strCache>
            </c:strRef>
          </c:tx>
          <c:spPr>
            <a:ln w="47625">
              <a:noFill/>
            </a:ln>
          </c:spPr>
          <c:marker>
            <c:symbol val="circle"/>
            <c:size val="14"/>
            <c:spPr>
              <a:solidFill>
                <a:srgbClr val="FA500F"/>
              </a:solidFill>
              <a:ln>
                <a:solidFill>
                  <a:srgbClr val="FA500F"/>
                </a:solidFill>
              </a:ln>
            </c:spPr>
          </c:marker>
          <c:xVal>
            <c:numRef>
              <c:f>Sheet1!$A$20:$A$20</c:f>
              <c:numCache>
                <c:formatCode>General</c:formatCode>
                <c:ptCount val="1"/>
                <c:pt idx="0">
                  <c:v>8.1999999999999993</c:v>
                </c:pt>
              </c:numCache>
            </c:numRef>
          </c:xVal>
          <c:yVal>
            <c:numRef>
              <c:f>Sheet1!$B$20:$B$20</c:f>
              <c:numCache>
                <c:formatCode>General</c:formatCode>
                <c:ptCount val="1"/>
                <c:pt idx="0">
                  <c:v>8.3000000000000007</c:v>
                </c:pt>
              </c:numCache>
            </c:numRef>
          </c:yVal>
          <c:smooth val="0"/>
          <c:extLst>
            <c:ext xmlns:c16="http://schemas.microsoft.com/office/drawing/2014/chart" uri="{C3380CC4-5D6E-409C-BE32-E72D297353CC}">
              <c16:uniqueId val="{00000006-0E2C-4B42-B85C-42FFE59D670D}"/>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0"/>
        <c:axPos val="b"/>
        <c:title>
          <c:tx>
            <c:rich>
              <a:bodyPr/>
              <a:lstStyle/>
              <a:p>
                <a:r>
                  <a:rPr lang="en-US" sz="1100">
                    <a:solidFill>
                      <a:srgbClr val="A8A096"/>
                    </a:solidFill>
                    <a:latin typeface="Arial"/>
                  </a:rPr>
                  <a:t>Deployment freedom →</a:t>
                </a:r>
              </a:p>
            </c:rich>
          </c:tx>
          <c:overlay val="0"/>
        </c:title>
        <c:numFmt formatCode="General" sourceLinked="1"/>
        <c:majorTickMark val="out"/>
        <c:minorTickMark val="none"/>
        <c:tickLblPos val="nextTo"/>
        <c:spPr>
          <a:ln>
            <a:solidFill>
              <a:srgbClr val="3E362E"/>
            </a:solidFill>
          </a:ln>
        </c:spPr>
        <c:txPr>
          <a:bodyPr/>
          <a:lstStyle/>
          <a:p>
            <a:pPr>
              <a:defRPr sz="1100">
                <a:solidFill>
                  <a:srgbClr val="A8A096"/>
                </a:solidFill>
                <a:latin typeface="Arial"/>
              </a:defRPr>
            </a:pPr>
            <a:endParaRPr lang="en-US"/>
          </a:p>
        </c:txPr>
        <c:crossAx val="2129643912"/>
        <c:crosses val="autoZero"/>
        <c:crossBetween val="midCat"/>
      </c:valAx>
      <c:valAx>
        <c:axId val="2129643912"/>
        <c:scaling>
          <c:orientation val="minMax"/>
          <c:max val="10"/>
          <c:min val="0"/>
        </c:scaling>
        <c:delete val="0"/>
        <c:axPos val="l"/>
        <c:majorGridlines>
          <c:spPr>
            <a:ln>
              <a:solidFill>
                <a:srgbClr val="3E362E"/>
              </a:solidFill>
            </a:ln>
          </c:spPr>
        </c:majorGridlines>
        <c:title>
          <c:tx>
            <c:rich>
              <a:bodyPr/>
              <a:lstStyle/>
              <a:p>
                <a:r>
                  <a:rPr lang="en-US" sz="1100">
                    <a:solidFill>
                      <a:srgbClr val="A8A096"/>
                    </a:solidFill>
                    <a:latin typeface="Arial"/>
                  </a:rPr>
                  <a:t>Production control →</a:t>
                </a:r>
              </a:p>
            </c:rich>
          </c:tx>
          <c:overlay val="0"/>
        </c:title>
        <c:numFmt formatCode="General" sourceLinked="1"/>
        <c:majorTickMark val="out"/>
        <c:minorTickMark val="none"/>
        <c:tickLblPos val="nextTo"/>
        <c:spPr>
          <a:ln>
            <a:solidFill>
              <a:srgbClr val="3E362E"/>
            </a:solidFill>
          </a:ln>
        </c:spPr>
        <c:txPr>
          <a:bodyPr/>
          <a:lstStyle/>
          <a:p>
            <a:pPr>
              <a:defRPr sz="1100">
                <a:solidFill>
                  <a:srgbClr val="A8A096"/>
                </a:solidFill>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radarChart>
        <c:radarStyle val="filled"/>
        <c:varyColors val="0"/>
        <c:ser>
          <c:idx val="0"/>
          <c:order val="0"/>
          <c:tx>
            <c:strRef>
              <c:f>Sheet1!$B$1</c:f>
              <c:strCache>
                <c:ptCount val="1"/>
                <c:pt idx="0">
                  <c:v>Force intensity</c:v>
                </c:pt>
              </c:strCache>
            </c:strRef>
          </c:tx>
          <c:spPr>
            <a:solidFill>
              <a:srgbClr val="FA500F">
                <a:alpha val="45000"/>
              </a:srgbClr>
            </a:solidFill>
            <a:ln w="28575">
              <a:solidFill>
                <a:srgbClr val="FF8205"/>
              </a:solidFill>
            </a:ln>
          </c:spPr>
          <c:cat>
            <c:strRef>
              <c:f>Sheet1!$A$2:$A$6</c:f>
              <c:strCache>
                <c:ptCount val="5"/>
                <c:pt idx="0">
                  <c:v>Rivalry</c:v>
                </c:pt>
                <c:pt idx="1">
                  <c:v>Buyer</c:v>
                </c:pt>
                <c:pt idx="2">
                  <c:v>Supplier</c:v>
                </c:pt>
                <c:pt idx="3">
                  <c:v>Entrants</c:v>
                </c:pt>
                <c:pt idx="4">
                  <c:v>Substitutes</c:v>
                </c:pt>
              </c:strCache>
            </c:strRef>
          </c:cat>
          <c:val>
            <c:numRef>
              <c:f>Sheet1!$B$2:$B$6</c:f>
              <c:numCache>
                <c:formatCode>General</c:formatCode>
                <c:ptCount val="5"/>
                <c:pt idx="0">
                  <c:v>5</c:v>
                </c:pt>
                <c:pt idx="1">
                  <c:v>4.5</c:v>
                </c:pt>
                <c:pt idx="2">
                  <c:v>2.5</c:v>
                </c:pt>
                <c:pt idx="3">
                  <c:v>3</c:v>
                </c:pt>
                <c:pt idx="4">
                  <c:v>5</c:v>
                </c:pt>
              </c:numCache>
            </c:numRef>
          </c:val>
          <c:extLst>
            <c:ext xmlns:c16="http://schemas.microsoft.com/office/drawing/2014/chart" uri="{C3380CC4-5D6E-409C-BE32-E72D297353CC}">
              <c16:uniqueId val="{00000000-8FA4-4E7A-A50D-90E347DD7FB6}"/>
            </c:ext>
          </c:extLst>
        </c:ser>
        <c:dLbls>
          <c:showLegendKey val="0"/>
          <c:showVal val="0"/>
          <c:showCatName val="0"/>
          <c:showSerName val="0"/>
          <c:showPercent val="0"/>
          <c:showBubbleSize val="0"/>
        </c:dLbls>
        <c:axId val="811001"/>
        <c:axId val="811002"/>
      </c:radarChart>
      <c:catAx>
        <c:axId val="811001"/>
        <c:scaling>
          <c:orientation val="minMax"/>
        </c:scaling>
        <c:delete val="0"/>
        <c:axPos val="b"/>
        <c:majorGridlines>
          <c:spPr>
            <a:ln w="9525">
              <a:solidFill>
                <a:srgbClr val="3E362E"/>
              </a:solidFill>
            </a:ln>
          </c:spPr>
        </c:majorGridlines>
        <c:numFmt formatCode="General" sourceLinked="1"/>
        <c:majorTickMark val="none"/>
        <c:minorTickMark val="none"/>
        <c:tickLblPos val="nextTo"/>
        <c:spPr>
          <a:ln w="9525">
            <a:solidFill>
              <a:srgbClr val="3E362E"/>
            </a:solidFill>
          </a:ln>
        </c:spPr>
        <c:txPr>
          <a:bodyPr/>
          <a:lstStyle/>
          <a:p>
            <a:pPr>
              <a:defRPr sz="1100" b="1">
                <a:solidFill>
                  <a:srgbClr val="FAFAF4"/>
                </a:solidFill>
                <a:latin typeface="Arial"/>
              </a:defRPr>
            </a:pPr>
            <a:endParaRPr lang="en-US"/>
          </a:p>
        </c:txPr>
        <c:crossAx val="811002"/>
        <c:crosses val="autoZero"/>
        <c:auto val="1"/>
        <c:lblAlgn val="ctr"/>
        <c:lblOffset val="100"/>
        <c:noMultiLvlLbl val="0"/>
      </c:catAx>
      <c:valAx>
        <c:axId val="811002"/>
        <c:scaling>
          <c:orientation val="minMax"/>
          <c:max val="5"/>
          <c:min val="0"/>
        </c:scaling>
        <c:delete val="1"/>
        <c:axPos val="l"/>
        <c:majorGridlines>
          <c:spPr>
            <a:ln w="9525">
              <a:solidFill>
                <a:srgbClr val="3E362E"/>
              </a:solidFill>
            </a:ln>
          </c:spPr>
        </c:majorGridlines>
        <c:numFmt formatCode="0" sourceLinked="0"/>
        <c:majorTickMark val="out"/>
        <c:minorTickMark val="none"/>
        <c:tickLblPos val="nextTo"/>
        <c:crossAx val="811001"/>
        <c:crosses val="autoZero"/>
        <c:crossBetween val="between"/>
        <c:majorUnit val="1"/>
      </c:valAx>
      <c:spPr>
        <a:noFill/>
        <a:ln>
          <a:noFill/>
        </a:ln>
      </c:spPr>
    </c:plotArea>
    <c:plotVisOnly val="1"/>
    <c:dispBlanksAs val="gap"/>
    <c:showDLblsOverMax val="1"/>
  </c:chart>
  <c:spPr>
    <a:noFill/>
    <a:ln>
      <a:noFill/>
    </a:ln>
  </c:spPr>
  <c:txPr>
    <a:bodyPr/>
    <a:lstStyle/>
    <a:p>
      <a:pPr>
        <a:defRPr sz="14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0113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Open by defining controlled production: a live workload with an owner, safeguards, and reviewable evidence. Frame the deck as a 90-day plan to get Studio there, not a product tour.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Lead with the adoption-to-trust gap: 84 percent use AI tools, only 29 percent trust them. Name the three segments, then land the four priorities and the single measure of trial to controlled production.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Open on data control, not AI hype.</a:t>
            </a:r>
            <a:r>
              <a:rPr lang="en-US"/>
              <a:t> </a:t>
            </a:r>
            <a:r>
              <a:rPr lang="en-US" dirty="0"/>
              <a:t>Studio, Vibe, and Admin sell as one platform</a:t>
            </a:r>
            <a:r>
              <a:rPr lang="en-US"/>
              <a:t> to </a:t>
            </a:r>
            <a:r>
              <a:rPr lang="en-US" dirty="0"/>
              <a:t>build, run, and oversee AI</a:t>
            </a:r>
            <a:r>
              <a:rPr lang="en-US"/>
              <a:t> </a:t>
            </a:r>
            <a:r>
              <a:rPr lang="en-US" dirty="0"/>
              <a:t>systems.</a:t>
            </a:r>
            <a:r>
              <a:rPr lang="en-US"/>
              <a:t> </a:t>
            </a:r>
            <a:r>
              <a:rPr lang="en-US" dirty="0"/>
              <a:t>Land the line: speed wins developers, control wins the company.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Two things decide this market: where it runs and how it is run.</a:t>
            </a:r>
            <a:r>
              <a:rPr lang="en-US"/>
              <a:t> Hyperscalers win distribution, open source wins freedom, neither offers both. Say plainly that the placement is illustrative, then </a:t>
            </a:r>
            <a:r>
              <a:rPr lang="en-US" dirty="0"/>
              <a:t>claim </a:t>
            </a:r>
            <a:r>
              <a:rPr lang="en-US"/>
              <a:t>the corner</a:t>
            </a:r>
            <a:r>
              <a:rPr lang="en-US" dirty="0"/>
              <a: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is the JD's first pillar, positioning and messaging, which the deck states at category level but never writes down as reusable words. One category claim, two audience translations. Prosumer builders buy speed and portability: first call under five minutes, copyable code, an exit path. Enterprise buyers buy control: deployment choice, an Evidence Card per workload, traces that resolve to a version. Column three is the rule that keeps both honest: sell what the capability removes, one claim per asset, benefit before mechanism, no unmeasured claims, and refresh when the battlecard moves. Each audience ends in one call to action, and message adoption is measured on public surfaces and closed-won decks, not on how good the copy sounds.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Six moves in three 30-day waves, each with an acceptance test and a named owner. Waves 1 and 2 need no engineering. Flag the funding gate: release Wave 3 only after Wave 1 consistency and Wave 2 proof adoption are visible.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Field enablement is the JD pillar the rest of the deck governs but never builds. Three tracks. ENABLE ships the kit: five competitor battlecards with landmines and trap questions, and a six-question discovery guide that turns the 29 percent trust gap into deal criteria a rep can ask out loud. CERTIFY moves the pitch off me and puts Legal in the room early, because every claim on this deck is a residency, audit, or retention claim someone has to sign. An SE runs the structured POC to an Evidence Card without me. LISTEN closes the loop on customers, not just deals: pain points and coded loss reasons monthly, so every battlecard refresh cites a named deal and the competitive map is updated by the field. Land the gate: a Tier 1 launch ships only with a narrative, a battlecard, a discovery guide, and a certified owner, and it is measured on deal-cycle acceleration from first call to structured POC.</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One engine from content to proof asset: two demand franchises, five field plays, one POC standard. Every production win produces reusable evidence, measured on trial to production.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Merged demand engine and calendar, now carrying the creator motion the JD asks for. One engine: insight to asset to campaign to capture to nurture to qualified pipeline, on a 90-day rhythm. Month 1 establishes the category and sets the content baseline. Month 2 publishes the control whitepaper and the blueprint demos procurement asks for, plus a creator demo day. Month 3 converts wins into case studies and always-on nurture, with a creator referral into team workspaces. Two tracks run through every month: regulated buyers and creator-led developer growth, seeded with five AI creators on YouTube, X, and Hugging Face. One editorial standard gates every asset, including DevRel technical review. Nothing publishes without evidence and a named audience, and paid promotion scales only after Month 2 proof assets exist. Measured on content-sourced pipeline, not traffic. Cadence is proposed, not committed.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Close on where the value sits: models drive distribution, the control plane creates enterprise value. Sell governance and deployment choice, not model quality alone.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Appendix, use only if asked why the control plane story matters. Five forces on Studio alone, not Mistral's model business. Two forces are pinned at five: rivalry, because AWS, Microsoft and Google ship the same agent, evaluation and observability features and distribute Mistral models themselves, and substitution, because the stack is modular and a developer can use Mistral models through a direct API, vLLM, LangChain or a hyperscaler and never open Studio. Buyer power is high for the same reason. Supplier power is the one force in our favour, since Mistral makes its own models; the constraint is NVIDIA-class compute, not a model vendor. Entry is moderate: cheap to build a console, expensive to build a production control plane. Net read is low to moderate attractiveness, and the single word for the risk is disintermediation. That is why the strategy deck sells deployment choice and evidence rather than generic platform features.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0480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C181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3672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31827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4784956"/>
      </p:ext>
    </p:extLst>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80999"/>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pic>
        <p:nvPicPr>
          <p:cNvPr id="43"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sp>
        <p:nvSpPr>
          <p:cNvPr id="44" name="Product descriptor — Mistral Studio"/>
          <p:cNvSpPr txBox="1"/>
          <p:nvPr/>
        </p:nvSpPr>
        <p:spPr>
          <a:xfrm>
            <a:off x="182880" y="602611"/>
            <a:ext cx="1306896" cy="184666"/>
          </a:xfrm>
          <a:prstGeom prst="rect">
            <a:avLst/>
          </a:prstGeom>
          <a:noFill/>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4B00"/>
                </a:solidFill>
                <a:effectLst/>
                <a:uLnTx/>
                <a:uFillTx/>
                <a:latin typeface="Arial"/>
                <a:ea typeface="+mn-ea"/>
                <a:cs typeface="+mn-cs"/>
              </a:rPr>
              <a:t>MISTRAL STUDIO</a:t>
            </a:r>
            <a:endParaRPr lang="en-US"/>
          </a:p>
        </p:txBody>
      </p:sp>
      <p:sp>
        <p:nvSpPr>
          <p:cNvPr id="45" name="Title 44"/>
          <p:cNvSpPr txBox="1">
            <a:spLocks noGrp="1"/>
          </p:cNvSpPr>
          <p:nvPr>
            <p:ph type="title"/>
          </p:nvPr>
        </p:nvSpPr>
        <p:spPr>
          <a:xfrm>
            <a:off x="1097280" y="1938528"/>
            <a:ext cx="9994392" cy="1389888"/>
          </a:xfrm>
          <a:prstGeom prst="rect">
            <a:avLst/>
          </a:prstGeom>
          <a:noFill/>
        </p:spPr>
        <p:txBody>
          <a:bodyPr wrap="square" lIns="0" tIns="0" rIns="0" bIns="0" anchor="ctr">
            <a:spAutoFit/>
          </a:bodyPr>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5000" b="1" i="0" u="none" strike="noStrike" kern="1200" cap="none" spc="0" normalizeH="0" baseline="0" noProof="0">
                <a:ln>
                  <a:noFill/>
                </a:ln>
                <a:solidFill>
                  <a:srgbClr val="FAFAF4"/>
                </a:solidFill>
                <a:effectLst/>
                <a:uLnTx/>
                <a:uFillTx/>
                <a:latin typeface="Arial"/>
                <a:ea typeface="+mn-ea"/>
                <a:cs typeface="+mn-cs"/>
              </a:rPr>
              <a:t>AI pays off in</a:t>
            </a:r>
            <a:endParaRPr lang="en-US"/>
          </a:p>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5000" b="1" i="0" u="none" strike="noStrike" kern="1200" cap="none" spc="0" normalizeH="0" baseline="0" noProof="0">
                <a:ln>
                  <a:noFill/>
                </a:ln>
                <a:solidFill>
                  <a:srgbClr val="FAFAF4"/>
                </a:solidFill>
                <a:effectLst/>
                <a:uLnTx/>
                <a:uFillTx/>
                <a:latin typeface="Arial"/>
                <a:ea typeface="+mn-ea"/>
                <a:cs typeface="+mn-cs"/>
              </a:rPr>
              <a:t>controlled production.</a:t>
            </a:r>
          </a:p>
        </p:txBody>
      </p:sp>
      <p:sp>
        <p:nvSpPr>
          <p:cNvPr id="46" name="TextBox 45"/>
          <p:cNvSpPr txBox="1"/>
          <p:nvPr/>
        </p:nvSpPr>
        <p:spPr>
          <a:xfrm>
            <a:off x="1097280" y="3675887"/>
            <a:ext cx="9994392" cy="276999"/>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8A096"/>
                </a:solidFill>
                <a:effectLst/>
                <a:uLnTx/>
                <a:uFillTx/>
                <a:latin typeface="Arial"/>
                <a:ea typeface="+mn-ea"/>
                <a:cs typeface="+mn-cs"/>
              </a:rPr>
              <a:t>Product Marketing Strategy  ·  Shiv</a:t>
            </a:r>
            <a:endParaRPr lang="en-US"/>
          </a:p>
        </p:txBody>
      </p:sp>
      <p:cxnSp>
        <p:nvCxnSpPr>
          <p:cNvPr id="47" name="Connector 46"/>
          <p:cNvCxnSpPr/>
          <p:nvPr/>
        </p:nvCxnSpPr>
        <p:spPr>
          <a:xfrm>
            <a:off x="4315968" y="4315968"/>
            <a:ext cx="3566159" cy="0"/>
          </a:xfrm>
          <a:prstGeom prst="line">
            <a:avLst/>
          </a:prstGeom>
          <a:ln w="25400">
            <a:solidFill>
              <a:srgbClr val="FA500F"/>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103120" y="4727448"/>
            <a:ext cx="7982712" cy="21544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FAF4"/>
                </a:solidFill>
                <a:effectLst/>
                <a:uLnTx/>
                <a:uFillTx/>
                <a:latin typeface="Arial"/>
                <a:ea typeface="+mn-ea"/>
                <a:cs typeface="+mn-cs"/>
              </a:rPr>
              <a:t>CREATE  →  TEST  →  CONTROL  →  EXPAND</a:t>
            </a:r>
            <a:endParaRPr lang="en-US"/>
          </a:p>
        </p:txBody>
      </p:sp>
      <p:sp>
        <p:nvSpPr>
          <p:cNvPr id="49" name="TextBox 48"/>
          <p:cNvSpPr txBox="1"/>
          <p:nvPr/>
        </p:nvSpPr>
        <p:spPr>
          <a:xfrm>
            <a:off x="566928" y="6400800"/>
            <a:ext cx="10469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A096"/>
                </a:solidFill>
                <a:effectLst/>
                <a:uLnTx/>
                <a:uFillTx/>
                <a:latin typeface="Arial"/>
                <a:ea typeface="+mn-ea"/>
                <a:cs typeface="+mn-cs"/>
              </a:rPr>
              <a:t>“Controlled production” means a live workload with an owner, safeguards, and reviewable evidence. </a:t>
            </a:r>
            <a:endParaRPr lang="en-US"/>
          </a:p>
        </p:txBody>
      </p:sp>
      <p:sp>
        <p:nvSpPr>
          <p:cNvPr id="50" name="TextBox 49"/>
          <p:cNvSpPr txBox="1"/>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01</a:t>
            </a:r>
            <a:endParaRPr lang="en-US"/>
          </a:p>
        </p:txBody>
      </p:sp>
      <p:sp>
        <p:nvSpPr>
          <p:cNvPr id="51" name="Rectangle 50"/>
          <p:cNvSpPr/>
          <p:nvPr/>
        </p:nvSpPr>
        <p:spPr>
          <a:xfrm>
            <a:off x="640080" y="5600000"/>
            <a:ext cx="440285" cy="130000"/>
          </a:xfrm>
          <a:prstGeom prst="rect">
            <a:avLst/>
          </a:prstGeom>
          <a:solidFill>
            <a:srgbClr val="FFC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p:cNvSpPr/>
          <p:nvPr/>
        </p:nvSpPr>
        <p:spPr>
          <a:xfrm>
            <a:off x="1095365" y="5600000"/>
            <a:ext cx="440285" cy="130000"/>
          </a:xfrm>
          <a:prstGeom prst="rect">
            <a:avLst/>
          </a:prstGeom>
          <a:solidFill>
            <a:srgbClr val="FEB9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ctangle 52"/>
          <p:cNvSpPr/>
          <p:nvPr/>
        </p:nvSpPr>
        <p:spPr>
          <a:xfrm>
            <a:off x="1550650" y="5600000"/>
            <a:ext cx="440285" cy="130000"/>
          </a:xfrm>
          <a:prstGeom prst="rect">
            <a:avLst/>
          </a:prstGeom>
          <a:solidFill>
            <a:srgbClr val="FEAF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ctangle 53"/>
          <p:cNvSpPr/>
          <p:nvPr/>
        </p:nvSpPr>
        <p:spPr>
          <a:xfrm>
            <a:off x="2005935" y="5600000"/>
            <a:ext cx="440285" cy="130000"/>
          </a:xfrm>
          <a:prstGeom prst="rect">
            <a:avLst/>
          </a:prstGeom>
          <a:solidFill>
            <a:srgbClr val="FDA5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a:off x="2461220" y="5600000"/>
            <a:ext cx="440285" cy="130000"/>
          </a:xfrm>
          <a:prstGeom prst="rect">
            <a:avLst/>
          </a:prstGeom>
          <a:solidFill>
            <a:srgbClr val="FD9B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ectangle 55"/>
          <p:cNvSpPr/>
          <p:nvPr/>
        </p:nvSpPr>
        <p:spPr>
          <a:xfrm>
            <a:off x="2916505" y="5600000"/>
            <a:ext cx="440285" cy="130000"/>
          </a:xfrm>
          <a:prstGeom prst="rect">
            <a:avLst/>
          </a:prstGeom>
          <a:solidFill>
            <a:srgbClr val="FC91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ectangle 56"/>
          <p:cNvSpPr/>
          <p:nvPr/>
        </p:nvSpPr>
        <p:spPr>
          <a:xfrm>
            <a:off x="3371790" y="5600000"/>
            <a:ext cx="440285" cy="130000"/>
          </a:xfrm>
          <a:prstGeom prst="rect">
            <a:avLst/>
          </a:prstGeom>
          <a:solidFill>
            <a:srgbClr val="FC8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ectangle 57"/>
          <p:cNvSpPr/>
          <p:nvPr/>
        </p:nvSpPr>
        <p:spPr>
          <a:xfrm>
            <a:off x="3827075" y="5600000"/>
            <a:ext cx="440285" cy="130000"/>
          </a:xfrm>
          <a:prstGeom prst="rect">
            <a:avLst/>
          </a:prstGeom>
          <a:solidFill>
            <a:srgbClr val="FB7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4282360" y="5600000"/>
            <a:ext cx="440285" cy="130000"/>
          </a:xfrm>
          <a:prstGeom prst="rect">
            <a:avLst/>
          </a:prstGeom>
          <a:solidFill>
            <a:srgbClr val="FB7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angle 59"/>
          <p:cNvSpPr/>
          <p:nvPr/>
        </p:nvSpPr>
        <p:spPr>
          <a:xfrm>
            <a:off x="4737645" y="5600000"/>
            <a:ext cx="440285" cy="130000"/>
          </a:xfrm>
          <a:prstGeom prst="rect">
            <a:avLst/>
          </a:prstGeom>
          <a:solidFill>
            <a:srgbClr val="FB6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ectangle 60"/>
          <p:cNvSpPr/>
          <p:nvPr/>
        </p:nvSpPr>
        <p:spPr>
          <a:xfrm>
            <a:off x="5192930" y="5600000"/>
            <a:ext cx="440285" cy="130000"/>
          </a:xfrm>
          <a:prstGeom prst="rect">
            <a:avLst/>
          </a:prstGeom>
          <a:solidFill>
            <a:srgbClr val="FA5F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ectangle 61"/>
          <p:cNvSpPr/>
          <p:nvPr/>
        </p:nvSpPr>
        <p:spPr>
          <a:xfrm>
            <a:off x="5648215" y="5600000"/>
            <a:ext cx="440285" cy="130000"/>
          </a:xfrm>
          <a:prstGeom prst="rect">
            <a:avLst/>
          </a:prstGeom>
          <a:solidFill>
            <a:srgbClr val="FA5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ectangle 62"/>
          <p:cNvSpPr/>
          <p:nvPr/>
        </p:nvSpPr>
        <p:spPr>
          <a:xfrm>
            <a:off x="6103500" y="5600000"/>
            <a:ext cx="440285" cy="130000"/>
          </a:xfrm>
          <a:prstGeom prst="rect">
            <a:avLst/>
          </a:prstGeom>
          <a:solidFill>
            <a:srgbClr val="F84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ectangle 63"/>
          <p:cNvSpPr/>
          <p:nvPr/>
        </p:nvSpPr>
        <p:spPr>
          <a:xfrm>
            <a:off x="6558785" y="5600000"/>
            <a:ext cx="440285" cy="130000"/>
          </a:xfrm>
          <a:prstGeom prst="rect">
            <a:avLst/>
          </a:prstGeom>
          <a:solidFill>
            <a:srgbClr val="F646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ectangle 64"/>
          <p:cNvSpPr/>
          <p:nvPr/>
        </p:nvSpPr>
        <p:spPr>
          <a:xfrm>
            <a:off x="7014070" y="5600000"/>
            <a:ext cx="440285" cy="130000"/>
          </a:xfrm>
          <a:prstGeom prst="rect">
            <a:avLst/>
          </a:prstGeom>
          <a:solidFill>
            <a:srgbClr val="F43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7469355" y="5600000"/>
            <a:ext cx="440285" cy="130000"/>
          </a:xfrm>
          <a:prstGeom prst="rect">
            <a:avLst/>
          </a:prstGeom>
          <a:solidFill>
            <a:srgbClr val="F23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p:cNvSpPr/>
          <p:nvPr/>
        </p:nvSpPr>
        <p:spPr>
          <a:xfrm>
            <a:off x="7924640" y="5600000"/>
            <a:ext cx="440285" cy="130000"/>
          </a:xfrm>
          <a:prstGeom prst="rect">
            <a:avLst/>
          </a:prstGeom>
          <a:solidFill>
            <a:srgbClr val="F032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ectangle 67"/>
          <p:cNvSpPr/>
          <p:nvPr/>
        </p:nvSpPr>
        <p:spPr>
          <a:xfrm>
            <a:off x="8379925" y="5600000"/>
            <a:ext cx="440285" cy="130000"/>
          </a:xfrm>
          <a:prstGeom prst="rect">
            <a:avLst/>
          </a:prstGeom>
          <a:solidFill>
            <a:srgbClr val="EE2C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ectangle 68"/>
          <p:cNvSpPr/>
          <p:nvPr/>
        </p:nvSpPr>
        <p:spPr>
          <a:xfrm>
            <a:off x="8835210" y="5600000"/>
            <a:ext cx="440285" cy="130000"/>
          </a:xfrm>
          <a:prstGeom prst="rect">
            <a:avLst/>
          </a:prstGeom>
          <a:solidFill>
            <a:srgbClr val="EB25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Rectangle 69"/>
          <p:cNvSpPr/>
          <p:nvPr/>
        </p:nvSpPr>
        <p:spPr>
          <a:xfrm>
            <a:off x="9290495" y="5600000"/>
            <a:ext cx="440285" cy="130000"/>
          </a:xfrm>
          <a:prstGeom prst="rect">
            <a:avLst/>
          </a:prstGeom>
          <a:solidFill>
            <a:srgbClr val="E91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angle 70"/>
          <p:cNvSpPr/>
          <p:nvPr/>
        </p:nvSpPr>
        <p:spPr>
          <a:xfrm>
            <a:off x="9745780" y="5600000"/>
            <a:ext cx="440285" cy="130000"/>
          </a:xfrm>
          <a:prstGeom prst="rect">
            <a:avLst/>
          </a:prstGeom>
          <a:solidFill>
            <a:srgbClr val="E718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Rectangle 71"/>
          <p:cNvSpPr/>
          <p:nvPr/>
        </p:nvSpPr>
        <p:spPr>
          <a:xfrm>
            <a:off x="10201065" y="5600000"/>
            <a:ext cx="440285" cy="130000"/>
          </a:xfrm>
          <a:prstGeom prst="rect">
            <a:avLst/>
          </a:prstGeom>
          <a:solidFill>
            <a:srgbClr val="E51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ectangle 72"/>
          <p:cNvSpPr/>
          <p:nvPr/>
        </p:nvSpPr>
        <p:spPr>
          <a:xfrm>
            <a:off x="10656350" y="5600000"/>
            <a:ext cx="440285" cy="130000"/>
          </a:xfrm>
          <a:prstGeom prst="rect">
            <a:avLst/>
          </a:prstGeom>
          <a:solidFill>
            <a:srgbClr val="E30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Rectangle 73"/>
          <p:cNvSpPr/>
          <p:nvPr/>
        </p:nvSpPr>
        <p:spPr>
          <a:xfrm>
            <a:off x="11111635" y="5600000"/>
            <a:ext cx="440285" cy="130000"/>
          </a:xfrm>
          <a:prstGeom prst="rect">
            <a:avLst/>
          </a:prstGeom>
          <a:solidFill>
            <a:srgbClr val="E10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5"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sp>
        <p:nvSpPr>
          <p:cNvPr id="2" name="Text 0"/>
          <p:cNvSpPr/>
          <p:nvPr/>
        </p:nvSpPr>
        <p:spPr>
          <a:xfrm>
            <a:off x="621792" y="201168"/>
            <a:ext cx="9326880" cy="256032"/>
          </a:xfrm>
          <a:prstGeom prst="rect">
            <a:avLst/>
          </a:prstGeom>
          <a:noFill/>
          <a:ln/>
        </p:spPr>
        <p:txBody>
          <a:bodyPr wrap="square" lIns="0" tIns="0" rIns="0" bIns="0" rtlCol="0" anchor="ctr"/>
          <a:lstStyle/>
          <a:p>
            <a:pPr algn="l" defTabSz="1219170"/>
            <a:r>
              <a:rPr lang="en-US" sz="1400" b="1" i="0" kern="0" spc="200">
                <a:solidFill>
                  <a:srgbClr val="FF4B00"/>
                </a:solidFill>
                <a:latin typeface="Arial" panose="020F0502020204030204"/>
              </a:rPr>
              <a:t>MARKET  ·  AUDIENCE  ·  KEY CHOICES</a:t>
            </a:r>
            <a:endParaRPr lang="en-US" sz="1200">
              <a:solidFill>
                <a:prstClr val="black"/>
              </a:solidFill>
              <a:latin typeface="Arial" panose="020F0502020204030204"/>
            </a:endParaRPr>
          </a:p>
        </p:txBody>
      </p:sp>
      <p:sp>
        <p:nvSpPr>
          <p:cNvPr id="3" name="Text 1"/>
          <p:cNvSpPr>
            <a:spLocks noGrp="1"/>
          </p:cNvSpPr>
          <p:nvPr>
            <p:ph type="title"/>
          </p:nvPr>
        </p:nvSpPr>
        <p:spPr>
          <a:xfrm>
            <a:off x="566928" y="594360"/>
            <a:ext cx="11018520" cy="538609"/>
          </a:xfrm>
          <a:prstGeom prst="rect">
            <a:avLst/>
          </a:prstGeom>
          <a:noFill/>
          <a:ln/>
        </p:spPr>
        <p:txBody>
          <a:bodyPr wrap="square" lIns="0" tIns="0" rIns="0" bIns="0" rtlCol="0" anchor="ctr"/>
          <a:lstStyle/>
          <a:p>
            <a:pPr algn="l" defTabSz="1219170"/>
            <a:r>
              <a:rPr lang="en-US" sz="3500" b="1" i="0">
                <a:solidFill>
                  <a:srgbClr val="FAFAF4"/>
                </a:solidFill>
                <a:latin typeface="Arial" panose="020F0502020204030204"/>
              </a:rPr>
              <a:t>Trust is the adoption bottleneck.</a:t>
            </a:r>
            <a:endParaRPr lang="en-US" sz="4000">
              <a:solidFill>
                <a:prstClr val="black"/>
              </a:solidFill>
              <a:latin typeface="Arial" panose="020F0502020204030204"/>
            </a:endParaRPr>
          </a:p>
        </p:txBody>
      </p:sp>
      <p:sp>
        <p:nvSpPr>
          <p:cNvPr id="4" name="Text 2"/>
          <p:cNvSpPr/>
          <p:nvPr/>
        </p:nvSpPr>
        <p:spPr>
          <a:xfrm>
            <a:off x="566928" y="1133856"/>
            <a:ext cx="10972800" cy="215444"/>
          </a:xfrm>
          <a:prstGeom prst="rect">
            <a:avLst/>
          </a:prstGeom>
          <a:noFill/>
          <a:ln/>
        </p:spPr>
        <p:txBody>
          <a:bodyPr wrap="square" lIns="0" tIns="0" rIns="0" bIns="0" rtlCol="0" anchor="ctr"/>
          <a:lstStyle/>
          <a:p>
            <a:pPr defTabSz="1219170"/>
            <a:r>
              <a:rPr lang="en-US" sz="1400" b="0" i="0">
                <a:solidFill>
                  <a:srgbClr val="A8A096"/>
                </a:solidFill>
                <a:latin typeface="Arial" panose="020F0502020204030204"/>
              </a:rPr>
              <a:t>The trust gap defines the buyer, the proof, and the measure.</a:t>
            </a:r>
            <a:endParaRPr lang="en-US" sz="1467">
              <a:solidFill>
                <a:prstClr val="black"/>
              </a:solidFill>
              <a:latin typeface="Arial" panose="020F0502020204030204"/>
            </a:endParaRPr>
          </a:p>
        </p:txBody>
      </p:sp>
      <p:sp>
        <p:nvSpPr>
          <p:cNvPr id="5" name="Shape 3"/>
          <p:cNvSpPr/>
          <p:nvPr/>
        </p:nvSpPr>
        <p:spPr>
          <a:xfrm>
            <a:off x="566928" y="1481328"/>
            <a:ext cx="11045952" cy="0"/>
          </a:xfrm>
          <a:prstGeom prst="rect">
            <a:avLst/>
          </a:prstGeom>
          <a:solidFill>
            <a:srgbClr val="FA500F"/>
          </a:solidFill>
          <a:ln/>
        </p:spPr>
        <p:txBody>
          <a:bodyPr/>
          <a:lstStyle/>
          <a:p>
            <a:pPr defTabSz="1219170"/>
            <a:endParaRPr lang="en-US" sz="2400">
              <a:solidFill>
                <a:prstClr val="black"/>
              </a:solidFill>
              <a:latin typeface="Arial" panose="020F0502020204030204"/>
            </a:endParaRPr>
          </a:p>
        </p:txBody>
      </p:sp>
      <p:graphicFrame>
        <p:nvGraphicFramePr>
          <p:cNvPr id="6" name="Chart 0" descr="Horizontal bar chart comparing developer AI-tool use at 84% with trust in AI tools at 29%." title="AI use and trust comparison"/>
          <p:cNvGraphicFramePr/>
          <p:nvPr>
            <p:extLst>
              <p:ext uri="{D42A27DB-BD31-4B8C-83A1-F6EECF244321}">
                <p14:modId xmlns:p14="http://schemas.microsoft.com/office/powerpoint/2010/main" val="1778439078"/>
              </p:ext>
            </p:extLst>
          </p:nvPr>
        </p:nvGraphicFramePr>
        <p:xfrm>
          <a:off x="426720" y="1706880"/>
          <a:ext cx="524256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548640" y="3596640"/>
            <a:ext cx="5364480" cy="365760"/>
          </a:xfrm>
          <a:prstGeom prst="rect">
            <a:avLst/>
          </a:prstGeom>
          <a:noFill/>
          <a:ln/>
        </p:spPr>
        <p:txBody>
          <a:bodyPr wrap="square" lIns="0" tIns="0" rIns="0" bIns="0" rtlCol="0" anchor="ctr"/>
          <a:lstStyle/>
          <a:p>
            <a:pPr defTabSz="1219170"/>
            <a:r>
              <a:rPr lang="en-US" sz="1800" b="1">
                <a:solidFill>
                  <a:srgbClr val="FAFAF4"/>
                </a:solidFill>
                <a:latin typeface="Arial" panose="020F0502020204030204"/>
              </a:rPr>
              <a:t>84% use AI tools; only 29% trust them.</a:t>
            </a:r>
            <a:endParaRPr lang="en-US" sz="2000">
              <a:solidFill>
                <a:prstClr val="black"/>
              </a:solidFill>
              <a:latin typeface="Arial" panose="020F0502020204030204"/>
            </a:endParaRPr>
          </a:p>
        </p:txBody>
      </p:sp>
      <p:sp>
        <p:nvSpPr>
          <p:cNvPr id="8" name="Text 5"/>
          <p:cNvSpPr/>
          <p:nvPr/>
        </p:nvSpPr>
        <p:spPr>
          <a:xfrm>
            <a:off x="548640" y="4023360"/>
            <a:ext cx="1584960" cy="487680"/>
          </a:xfrm>
          <a:prstGeom prst="rect">
            <a:avLst/>
          </a:prstGeom>
          <a:noFill/>
          <a:ln/>
        </p:spPr>
        <p:txBody>
          <a:bodyPr wrap="square" lIns="0" tIns="0" rIns="0" bIns="0" rtlCol="0" anchor="ctr"/>
          <a:lstStyle/>
          <a:p>
            <a:pPr defTabSz="1219170"/>
            <a:r>
              <a:rPr lang="en-US" sz="3000" b="1">
                <a:solidFill>
                  <a:srgbClr val="FA500F"/>
                </a:solidFill>
                <a:latin typeface="Arial" panose="020F0502020204030204"/>
              </a:rPr>
              <a:t>$37B</a:t>
            </a:r>
            <a:endParaRPr lang="en-US" sz="3200">
              <a:solidFill>
                <a:prstClr val="black"/>
              </a:solidFill>
              <a:latin typeface="Arial" panose="020F0502020204030204"/>
            </a:endParaRPr>
          </a:p>
        </p:txBody>
      </p:sp>
      <p:sp>
        <p:nvSpPr>
          <p:cNvPr id="9" name="Text 6"/>
          <p:cNvSpPr/>
          <p:nvPr/>
        </p:nvSpPr>
        <p:spPr>
          <a:xfrm>
            <a:off x="2133600" y="4047744"/>
            <a:ext cx="3657600" cy="548640"/>
          </a:xfrm>
          <a:prstGeom prst="rect">
            <a:avLst/>
          </a:prstGeom>
          <a:noFill/>
          <a:ln/>
        </p:spPr>
        <p:txBody>
          <a:bodyPr wrap="square" lIns="0" tIns="0" rIns="0" bIns="0" rtlCol="0" anchor="ctr"/>
          <a:lstStyle/>
          <a:p>
            <a:pPr defTabSz="1219170"/>
            <a:r>
              <a:rPr lang="en-US" sz="1400">
                <a:solidFill>
                  <a:srgbClr val="A8A096"/>
                </a:solidFill>
                <a:latin typeface="Arial" panose="020F0502020204030204"/>
              </a:rPr>
              <a:t>Enterprise generative AI spending</a:t>
            </a:r>
            <a:endParaRPr lang="en-US" sz="1467">
              <a:solidFill>
                <a:prstClr val="black"/>
              </a:solidFill>
              <a:latin typeface="Arial" panose="020F0502020204030204"/>
            </a:endParaRPr>
          </a:p>
          <a:p>
            <a:pPr defTabSz="1219170"/>
            <a:r>
              <a:rPr lang="en-US" sz="1200">
                <a:solidFill>
                  <a:srgbClr val="A8A096"/>
                </a:solidFill>
                <a:latin typeface="Arial" panose="020F0502020204030204"/>
              </a:rPr>
              <a:t>2025  ·  USD  ·  Estimate</a:t>
            </a:r>
            <a:endParaRPr lang="en-US" sz="1467">
              <a:solidFill>
                <a:prstClr val="black"/>
              </a:solidFill>
              <a:latin typeface="Arial" panose="020F0502020204030204"/>
            </a:endParaRPr>
          </a:p>
        </p:txBody>
      </p:sp>
      <p:sp>
        <p:nvSpPr>
          <p:cNvPr id="10" name="Text 7"/>
          <p:cNvSpPr/>
          <p:nvPr/>
        </p:nvSpPr>
        <p:spPr>
          <a:xfrm>
            <a:off x="6217920" y="1767840"/>
            <a:ext cx="5364480" cy="268224"/>
          </a:xfrm>
          <a:prstGeom prst="rect">
            <a:avLst/>
          </a:prstGeom>
          <a:noFill/>
          <a:ln/>
        </p:spPr>
        <p:txBody>
          <a:bodyPr wrap="square" lIns="0" tIns="0" rIns="0" bIns="0" rtlCol="0" anchor="ctr"/>
          <a:lstStyle/>
          <a:p>
            <a:pPr defTabSz="1219170"/>
            <a:r>
              <a:rPr lang="en-US" sz="1200" b="1" kern="0" spc="133">
                <a:solidFill>
                  <a:srgbClr val="FA500F"/>
                </a:solidFill>
                <a:latin typeface="Arial" panose="020F0502020204030204"/>
              </a:rPr>
              <a:t>FOCUS AREAS  ·  TARGETING PRIORITY</a:t>
            </a:r>
            <a:endParaRPr lang="en-US" sz="1200">
              <a:solidFill>
                <a:prstClr val="black"/>
              </a:solidFill>
              <a:latin typeface="Arial" panose="020F0502020204030204"/>
            </a:endParaRPr>
          </a:p>
        </p:txBody>
      </p:sp>
      <p:sp>
        <p:nvSpPr>
          <p:cNvPr id="11" name="Text 8"/>
          <p:cNvSpPr/>
          <p:nvPr/>
        </p:nvSpPr>
        <p:spPr>
          <a:xfrm>
            <a:off x="6217920" y="2133600"/>
            <a:ext cx="1280160" cy="243840"/>
          </a:xfrm>
          <a:prstGeom prst="rect">
            <a:avLst/>
          </a:prstGeom>
          <a:noFill/>
          <a:ln/>
        </p:spPr>
        <p:txBody>
          <a:bodyPr wrap="square" lIns="0" tIns="0" rIns="0" bIns="0" rtlCol="0" anchor="ctr"/>
          <a:lstStyle/>
          <a:p>
            <a:pPr defTabSz="1219170"/>
            <a:r>
              <a:rPr lang="en-US" sz="1000" b="1">
                <a:solidFill>
                  <a:srgbClr val="FA500F"/>
                </a:solidFill>
                <a:latin typeface="Arial" panose="020F0502020204030204"/>
              </a:rPr>
              <a:t>PRIMARY</a:t>
            </a:r>
            <a:endParaRPr lang="en-US" sz="1067">
              <a:solidFill>
                <a:prstClr val="black"/>
              </a:solidFill>
              <a:latin typeface="Arial" panose="020F0502020204030204"/>
            </a:endParaRPr>
          </a:p>
        </p:txBody>
      </p:sp>
      <p:sp>
        <p:nvSpPr>
          <p:cNvPr id="12" name="Text 9"/>
          <p:cNvSpPr/>
          <p:nvPr/>
        </p:nvSpPr>
        <p:spPr>
          <a:xfrm>
            <a:off x="7559040" y="2084832"/>
            <a:ext cx="4084320" cy="304800"/>
          </a:xfrm>
          <a:prstGeom prst="rect">
            <a:avLst/>
          </a:prstGeom>
          <a:noFill/>
          <a:ln/>
        </p:spPr>
        <p:txBody>
          <a:bodyPr wrap="square" lIns="0" tIns="0" rIns="0" bIns="0" rtlCol="0" anchor="ctr"/>
          <a:lstStyle/>
          <a:p>
            <a:pPr defTabSz="1219170"/>
            <a:r>
              <a:rPr lang="en-US" sz="1500" b="1">
                <a:solidFill>
                  <a:srgbClr val="FAFAF4"/>
                </a:solidFill>
                <a:latin typeface="Arial" panose="020F0502020204030204"/>
              </a:rPr>
              <a:t>Regulated enterprise AI teams</a:t>
            </a:r>
            <a:endParaRPr lang="en-US" sz="1500">
              <a:solidFill>
                <a:prstClr val="black"/>
              </a:solidFill>
              <a:latin typeface="Arial" panose="020F0502020204030204"/>
            </a:endParaRPr>
          </a:p>
        </p:txBody>
      </p:sp>
      <p:sp>
        <p:nvSpPr>
          <p:cNvPr id="13" name="Text 10"/>
          <p:cNvSpPr/>
          <p:nvPr/>
        </p:nvSpPr>
        <p:spPr>
          <a:xfrm>
            <a:off x="7559040" y="2401824"/>
            <a:ext cx="4084320" cy="426720"/>
          </a:xfrm>
          <a:prstGeom prst="rect">
            <a:avLst/>
          </a:prstGeom>
          <a:noFill/>
          <a:ln/>
        </p:spPr>
        <p:txBody>
          <a:bodyPr wrap="square" lIns="0" tIns="0" rIns="0" bIns="0" rtlCol="0" anchor="ctr"/>
          <a:lstStyle/>
          <a:p>
            <a:pPr defTabSz="1219170"/>
            <a:r>
              <a:rPr lang="en-US" sz="1400">
                <a:solidFill>
                  <a:srgbClr val="A8A096"/>
                </a:solidFill>
                <a:latin typeface="Arial" panose="020F0502020204030204"/>
              </a:rPr>
              <a:t>Data location, audit records, governance  ·  Dedicated or self-hosted setup</a:t>
            </a:r>
            <a:endParaRPr lang="en-US" sz="1267">
              <a:solidFill>
                <a:prstClr val="black"/>
              </a:solidFill>
              <a:latin typeface="Arial" panose="020F0502020204030204"/>
            </a:endParaRPr>
          </a:p>
        </p:txBody>
      </p:sp>
      <p:sp>
        <p:nvSpPr>
          <p:cNvPr id="14" name="Shape 11"/>
          <p:cNvSpPr/>
          <p:nvPr/>
        </p:nvSpPr>
        <p:spPr>
          <a:xfrm>
            <a:off x="6217920" y="2865121"/>
            <a:ext cx="5364480" cy="9753"/>
          </a:xfrm>
          <a:prstGeom prst="rect">
            <a:avLst/>
          </a:prstGeom>
          <a:solidFill>
            <a:srgbClr val="3E362E"/>
          </a:solidFill>
          <a:ln/>
        </p:spPr>
        <p:txBody>
          <a:bodyPr/>
          <a:lstStyle/>
          <a:p>
            <a:pPr defTabSz="1219170"/>
            <a:endParaRPr lang="en-US" sz="2400">
              <a:solidFill>
                <a:prstClr val="black"/>
              </a:solidFill>
              <a:latin typeface="Arial" panose="020F0502020204030204"/>
            </a:endParaRPr>
          </a:p>
        </p:txBody>
      </p:sp>
      <p:sp>
        <p:nvSpPr>
          <p:cNvPr id="15" name="Text 12"/>
          <p:cNvSpPr/>
          <p:nvPr/>
        </p:nvSpPr>
        <p:spPr>
          <a:xfrm>
            <a:off x="6217920" y="3011424"/>
            <a:ext cx="1280160" cy="243840"/>
          </a:xfrm>
          <a:prstGeom prst="rect">
            <a:avLst/>
          </a:prstGeom>
          <a:noFill/>
          <a:ln/>
        </p:spPr>
        <p:txBody>
          <a:bodyPr wrap="square" lIns="0" tIns="0" rIns="0" bIns="0" rtlCol="0" anchor="ctr"/>
          <a:lstStyle/>
          <a:p>
            <a:pPr defTabSz="1219170"/>
            <a:r>
              <a:rPr lang="en-US" sz="1000" b="1">
                <a:solidFill>
                  <a:srgbClr val="FA500F"/>
                </a:solidFill>
                <a:latin typeface="Arial" panose="020F0502020204030204"/>
              </a:rPr>
              <a:t>SECONDARY</a:t>
            </a:r>
            <a:endParaRPr lang="en-US" sz="1067">
              <a:solidFill>
                <a:prstClr val="black"/>
              </a:solidFill>
              <a:latin typeface="Arial" panose="020F0502020204030204"/>
            </a:endParaRPr>
          </a:p>
        </p:txBody>
      </p:sp>
      <p:sp>
        <p:nvSpPr>
          <p:cNvPr id="16" name="Text 13"/>
          <p:cNvSpPr/>
          <p:nvPr/>
        </p:nvSpPr>
        <p:spPr>
          <a:xfrm>
            <a:off x="7559040" y="2962656"/>
            <a:ext cx="4084320" cy="304800"/>
          </a:xfrm>
          <a:prstGeom prst="rect">
            <a:avLst/>
          </a:prstGeom>
          <a:noFill/>
          <a:ln/>
        </p:spPr>
        <p:txBody>
          <a:bodyPr wrap="square" lIns="0" tIns="0" rIns="0" bIns="0" rtlCol="0" anchor="ctr"/>
          <a:lstStyle/>
          <a:p>
            <a:pPr defTabSz="1219170"/>
            <a:r>
              <a:rPr lang="en-US" sz="1500" b="1">
                <a:solidFill>
                  <a:srgbClr val="FAFAF4"/>
                </a:solidFill>
                <a:latin typeface="Arial" panose="020F0502020204030204"/>
              </a:rPr>
              <a:t>Teams moving AI into production</a:t>
            </a:r>
            <a:endParaRPr lang="en-US" sz="1500">
              <a:solidFill>
                <a:prstClr val="black"/>
              </a:solidFill>
              <a:latin typeface="Arial" panose="020F0502020204030204"/>
            </a:endParaRPr>
          </a:p>
        </p:txBody>
      </p:sp>
      <p:sp>
        <p:nvSpPr>
          <p:cNvPr id="17" name="Text 14"/>
          <p:cNvSpPr/>
          <p:nvPr/>
        </p:nvSpPr>
        <p:spPr>
          <a:xfrm>
            <a:off x="7559040" y="3279648"/>
            <a:ext cx="4084320" cy="426720"/>
          </a:xfrm>
          <a:prstGeom prst="rect">
            <a:avLst/>
          </a:prstGeom>
          <a:noFill/>
          <a:ln/>
        </p:spPr>
        <p:txBody>
          <a:bodyPr wrap="square" lIns="0" tIns="0" rIns="0" bIns="0" rtlCol="0" anchor="ctr"/>
          <a:lstStyle/>
          <a:p>
            <a:pPr defTabSz="1219170"/>
            <a:r>
              <a:rPr lang="en-US" sz="1400">
                <a:solidFill>
                  <a:srgbClr val="A8A096"/>
                </a:solidFill>
                <a:latin typeface="Arial" panose="020F0502020204030204"/>
              </a:rPr>
              <a:t>Reliability, testing, monitoring  ·  Implementation guide, structured trial</a:t>
            </a:r>
            <a:endParaRPr lang="en-US" sz="1267">
              <a:solidFill>
                <a:prstClr val="black"/>
              </a:solidFill>
              <a:latin typeface="Arial" panose="020F0502020204030204"/>
            </a:endParaRPr>
          </a:p>
        </p:txBody>
      </p:sp>
      <p:sp>
        <p:nvSpPr>
          <p:cNvPr id="18" name="Shape 15"/>
          <p:cNvSpPr/>
          <p:nvPr/>
        </p:nvSpPr>
        <p:spPr>
          <a:xfrm>
            <a:off x="6217920" y="3742945"/>
            <a:ext cx="5364480" cy="9753"/>
          </a:xfrm>
          <a:prstGeom prst="rect">
            <a:avLst/>
          </a:prstGeom>
          <a:solidFill>
            <a:srgbClr val="3E362E"/>
          </a:solidFill>
          <a:ln/>
        </p:spPr>
        <p:txBody>
          <a:bodyPr/>
          <a:lstStyle/>
          <a:p>
            <a:pPr defTabSz="1219170"/>
            <a:endParaRPr lang="en-US" sz="2400">
              <a:solidFill>
                <a:prstClr val="black"/>
              </a:solidFill>
              <a:latin typeface="Arial" panose="020F0502020204030204"/>
            </a:endParaRPr>
          </a:p>
        </p:txBody>
      </p:sp>
      <p:sp>
        <p:nvSpPr>
          <p:cNvPr id="19" name="Text 16"/>
          <p:cNvSpPr/>
          <p:nvPr/>
        </p:nvSpPr>
        <p:spPr>
          <a:xfrm>
            <a:off x="6217920" y="3889248"/>
            <a:ext cx="1280160" cy="243840"/>
          </a:xfrm>
          <a:prstGeom prst="rect">
            <a:avLst/>
          </a:prstGeom>
          <a:noFill/>
          <a:ln/>
        </p:spPr>
        <p:txBody>
          <a:bodyPr wrap="square" lIns="0" tIns="0" rIns="0" bIns="0" rtlCol="0" anchor="ctr"/>
          <a:lstStyle/>
          <a:p>
            <a:pPr defTabSz="1219170"/>
            <a:r>
              <a:rPr lang="en-US" sz="1000" b="1">
                <a:solidFill>
                  <a:srgbClr val="FA500F"/>
                </a:solidFill>
                <a:latin typeface="Arial" panose="020F0502020204030204"/>
              </a:rPr>
              <a:t>SELF-SERVE</a:t>
            </a:r>
            <a:endParaRPr lang="en-US" sz="1067">
              <a:solidFill>
                <a:prstClr val="black"/>
              </a:solidFill>
              <a:latin typeface="Arial" panose="020F0502020204030204"/>
            </a:endParaRPr>
          </a:p>
        </p:txBody>
      </p:sp>
      <p:sp>
        <p:nvSpPr>
          <p:cNvPr id="20" name="Text 17"/>
          <p:cNvSpPr/>
          <p:nvPr/>
        </p:nvSpPr>
        <p:spPr>
          <a:xfrm>
            <a:off x="7559040" y="3840480"/>
            <a:ext cx="4084320" cy="304800"/>
          </a:xfrm>
          <a:prstGeom prst="rect">
            <a:avLst/>
          </a:prstGeom>
          <a:noFill/>
          <a:ln/>
        </p:spPr>
        <p:txBody>
          <a:bodyPr wrap="square" lIns="0" tIns="0" rIns="0" bIns="0" rtlCol="0" anchor="ctr"/>
          <a:lstStyle/>
          <a:p>
            <a:pPr defTabSz="1219170"/>
            <a:r>
              <a:rPr lang="en-US" sz="1500" b="1">
                <a:solidFill>
                  <a:srgbClr val="FAFAF4"/>
                </a:solidFill>
                <a:latin typeface="Arial" panose="020F0502020204030204"/>
              </a:rPr>
              <a:t>Startups, SMBs, and individual developers</a:t>
            </a:r>
            <a:endParaRPr lang="en-US" sz="1500">
              <a:solidFill>
                <a:prstClr val="black"/>
              </a:solidFill>
              <a:latin typeface="Arial" panose="020F0502020204030204"/>
            </a:endParaRPr>
          </a:p>
        </p:txBody>
      </p:sp>
      <p:sp>
        <p:nvSpPr>
          <p:cNvPr id="21" name="Text 18"/>
          <p:cNvSpPr/>
          <p:nvPr/>
        </p:nvSpPr>
        <p:spPr>
          <a:xfrm>
            <a:off x="7559040" y="4157472"/>
            <a:ext cx="4084320" cy="426720"/>
          </a:xfrm>
          <a:prstGeom prst="rect">
            <a:avLst/>
          </a:prstGeom>
          <a:noFill/>
          <a:ln/>
        </p:spPr>
        <p:txBody>
          <a:bodyPr wrap="square" lIns="0" tIns="0" rIns="0" bIns="0" rtlCol="0" anchor="ctr"/>
          <a:lstStyle/>
          <a:p>
            <a:pPr defTabSz="1219170"/>
            <a:r>
              <a:rPr lang="en-US" sz="1400">
                <a:solidFill>
                  <a:srgbClr val="A8A096"/>
                </a:solidFill>
                <a:latin typeface="Arial" panose="020F0502020204030204"/>
              </a:rPr>
              <a:t>Speed, cost, portability  ·  Free sign-up, first build in day 1, paid seats</a:t>
            </a:r>
            <a:endParaRPr lang="en-US" sz="1267">
              <a:solidFill>
                <a:prstClr val="black"/>
              </a:solidFill>
              <a:latin typeface="Arial" panose="020F0502020204030204"/>
            </a:endParaRPr>
          </a:p>
        </p:txBody>
      </p:sp>
      <p:sp>
        <p:nvSpPr>
          <p:cNvPr id="22" name="Text 19"/>
          <p:cNvSpPr/>
          <p:nvPr/>
        </p:nvSpPr>
        <p:spPr>
          <a:xfrm>
            <a:off x="6217920" y="4754880"/>
            <a:ext cx="5364480" cy="487680"/>
          </a:xfrm>
          <a:prstGeom prst="rect">
            <a:avLst/>
          </a:prstGeom>
          <a:noFill/>
          <a:ln/>
        </p:spPr>
        <p:txBody>
          <a:bodyPr wrap="square" lIns="0" tIns="0" rIns="0" bIns="0" rtlCol="0" anchor="ctr"/>
          <a:lstStyle/>
          <a:p>
            <a:pPr defTabSz="1219170"/>
            <a:r>
              <a:rPr lang="en-US" sz="1400" b="1">
                <a:solidFill>
                  <a:srgbClr val="FA500F"/>
                </a:solidFill>
                <a:latin typeface="Arial" panose="020F0502020204030204"/>
              </a:rPr>
              <a:t>PRIMARY MEASURE  ·  </a:t>
            </a:r>
            <a:r>
              <a:rPr lang="en-US" sz="1400" b="1">
                <a:solidFill>
                  <a:srgbClr val="FAFAF4"/>
                </a:solidFill>
                <a:latin typeface="Arial" panose="020F0502020204030204"/>
              </a:rPr>
              <a:t>Trials reaching controlled production  ·  Self-serve sign-ups reaching weekly active build</a:t>
            </a:r>
            <a:endParaRPr lang="en-US" sz="1267">
              <a:solidFill>
                <a:prstClr val="black"/>
              </a:solidFill>
              <a:latin typeface="Arial" panose="020F0502020204030204"/>
            </a:endParaRPr>
          </a:p>
        </p:txBody>
      </p:sp>
      <p:sp>
        <p:nvSpPr>
          <p:cNvPr id="23" name="Text 20"/>
          <p:cNvSpPr/>
          <p:nvPr/>
        </p:nvSpPr>
        <p:spPr>
          <a:xfrm>
            <a:off x="548640" y="5388864"/>
            <a:ext cx="3657600" cy="243840"/>
          </a:xfrm>
          <a:prstGeom prst="rect">
            <a:avLst/>
          </a:prstGeom>
          <a:noFill/>
          <a:ln/>
        </p:spPr>
        <p:txBody>
          <a:bodyPr wrap="square" lIns="0" tIns="0" rIns="0" bIns="0" rtlCol="0" anchor="ctr"/>
          <a:lstStyle/>
          <a:p>
            <a:pPr defTabSz="1219170"/>
            <a:r>
              <a:rPr lang="en-US" sz="1200" b="1" kern="0" spc="133">
                <a:solidFill>
                  <a:srgbClr val="FA500F"/>
                </a:solidFill>
                <a:latin typeface="Arial" panose="020F0502020204030204"/>
              </a:rPr>
              <a:t>FOUR PRIORITIES</a:t>
            </a:r>
            <a:endParaRPr lang="en-US" sz="1200">
              <a:solidFill>
                <a:prstClr val="black"/>
              </a:solidFill>
              <a:latin typeface="Arial" panose="020F0502020204030204"/>
            </a:endParaRPr>
          </a:p>
        </p:txBody>
      </p:sp>
      <p:sp>
        <p:nvSpPr>
          <p:cNvPr id="24" name="Text 21"/>
          <p:cNvSpPr/>
          <p:nvPr/>
        </p:nvSpPr>
        <p:spPr>
          <a:xfrm>
            <a:off x="548640" y="5468112"/>
            <a:ext cx="365760" cy="243840"/>
          </a:xfrm>
          <a:prstGeom prst="rect">
            <a:avLst/>
          </a:prstGeom>
          <a:noFill/>
          <a:ln/>
        </p:spPr>
        <p:txBody>
          <a:bodyPr wrap="square" lIns="0" tIns="0" rIns="0" bIns="0" rtlCol="0" anchor="ctr"/>
          <a:lstStyle/>
          <a:p>
            <a:pPr defTabSz="1219170"/>
            <a:r>
              <a:rPr lang="en-US" sz="1200" b="1">
                <a:solidFill>
                  <a:srgbClr val="FA500F"/>
                </a:solidFill>
                <a:latin typeface="Arial" panose="020F0502020204030204"/>
              </a:rPr>
              <a:t>01</a:t>
            </a:r>
            <a:endParaRPr lang="en-US" sz="1200">
              <a:solidFill>
                <a:prstClr val="black"/>
              </a:solidFill>
              <a:latin typeface="Arial" panose="020F0502020204030204"/>
            </a:endParaRPr>
          </a:p>
        </p:txBody>
      </p:sp>
      <p:sp>
        <p:nvSpPr>
          <p:cNvPr id="25" name="Text 22"/>
          <p:cNvSpPr/>
          <p:nvPr/>
        </p:nvSpPr>
        <p:spPr>
          <a:xfrm>
            <a:off x="950976" y="5431536"/>
            <a:ext cx="2255520" cy="365760"/>
          </a:xfrm>
          <a:prstGeom prst="rect">
            <a:avLst/>
          </a:prstGeom>
          <a:noFill/>
          <a:ln/>
        </p:spPr>
        <p:txBody>
          <a:bodyPr wrap="square" lIns="0" tIns="0" rIns="0" bIns="0" rtlCol="0" anchor="ctr"/>
          <a:lstStyle/>
          <a:p>
            <a:pPr defTabSz="1219170"/>
            <a:r>
              <a:rPr lang="en-US" sz="1400" b="1">
                <a:solidFill>
                  <a:srgbClr val="FAFAF4"/>
                </a:solidFill>
                <a:latin typeface="Arial" panose="020F0502020204030204"/>
              </a:rPr>
              <a:t>Use one market definition</a:t>
            </a:r>
            <a:endParaRPr lang="en-US" sz="1400">
              <a:solidFill>
                <a:prstClr val="black"/>
              </a:solidFill>
              <a:latin typeface="Arial" panose="020F0502020204030204"/>
            </a:endParaRPr>
          </a:p>
        </p:txBody>
      </p:sp>
      <p:sp>
        <p:nvSpPr>
          <p:cNvPr id="26" name="Text 23"/>
          <p:cNvSpPr/>
          <p:nvPr/>
        </p:nvSpPr>
        <p:spPr>
          <a:xfrm>
            <a:off x="950976" y="5797296"/>
            <a:ext cx="2255520" cy="420624"/>
          </a:xfrm>
          <a:prstGeom prst="rect">
            <a:avLst/>
          </a:prstGeom>
          <a:noFill/>
          <a:ln/>
        </p:spPr>
        <p:txBody>
          <a:bodyPr wrap="square" lIns="0" tIns="0" rIns="0" bIns="0" rtlCol="0" anchor="ctr"/>
          <a:lstStyle/>
          <a:p>
            <a:pPr defTabSz="1219170"/>
            <a:r>
              <a:rPr lang="en-US" sz="1200">
                <a:solidFill>
                  <a:srgbClr val="A8A096"/>
                </a:solidFill>
                <a:latin typeface="Arial" panose="020F0502020204030204"/>
              </a:rPr>
              <a:t>Studio = AI production platform, everywhere</a:t>
            </a:r>
            <a:endParaRPr lang="en-US" sz="1133">
              <a:solidFill>
                <a:prstClr val="black"/>
              </a:solidFill>
              <a:latin typeface="Arial" panose="020F0502020204030204"/>
            </a:endParaRPr>
          </a:p>
        </p:txBody>
      </p:sp>
      <p:sp>
        <p:nvSpPr>
          <p:cNvPr id="27" name="Text 24"/>
          <p:cNvSpPr/>
          <p:nvPr/>
        </p:nvSpPr>
        <p:spPr>
          <a:xfrm>
            <a:off x="3352800" y="5468112"/>
            <a:ext cx="365760" cy="243840"/>
          </a:xfrm>
          <a:prstGeom prst="rect">
            <a:avLst/>
          </a:prstGeom>
          <a:noFill/>
          <a:ln/>
        </p:spPr>
        <p:txBody>
          <a:bodyPr wrap="square" lIns="0" tIns="0" rIns="0" bIns="0" rtlCol="0" anchor="ctr"/>
          <a:lstStyle/>
          <a:p>
            <a:pPr defTabSz="1219170"/>
            <a:r>
              <a:rPr lang="en-US" sz="1200" b="1">
                <a:solidFill>
                  <a:srgbClr val="FA500F"/>
                </a:solidFill>
                <a:latin typeface="Arial" panose="020F0502020204030204"/>
              </a:rPr>
              <a:t>02</a:t>
            </a:r>
            <a:endParaRPr lang="en-US" sz="1200">
              <a:solidFill>
                <a:prstClr val="black"/>
              </a:solidFill>
              <a:latin typeface="Arial" panose="020F0502020204030204"/>
            </a:endParaRPr>
          </a:p>
        </p:txBody>
      </p:sp>
      <p:sp>
        <p:nvSpPr>
          <p:cNvPr id="28" name="Text 25"/>
          <p:cNvSpPr/>
          <p:nvPr/>
        </p:nvSpPr>
        <p:spPr>
          <a:xfrm>
            <a:off x="3755136" y="5431536"/>
            <a:ext cx="2255520" cy="365760"/>
          </a:xfrm>
          <a:prstGeom prst="rect">
            <a:avLst/>
          </a:prstGeom>
          <a:noFill/>
          <a:ln/>
        </p:spPr>
        <p:txBody>
          <a:bodyPr wrap="square" lIns="0" tIns="0" rIns="0" bIns="0" rtlCol="0" anchor="ctr"/>
          <a:lstStyle/>
          <a:p>
            <a:pPr defTabSz="1219170"/>
            <a:r>
              <a:rPr lang="en-US" sz="1400" b="1">
                <a:solidFill>
                  <a:srgbClr val="FAFAF4"/>
                </a:solidFill>
                <a:latin typeface="Arial" panose="020F0502020204030204"/>
              </a:rPr>
              <a:t>Focus on regulated teams</a:t>
            </a:r>
            <a:endParaRPr lang="en-US" sz="1400">
              <a:solidFill>
                <a:prstClr val="black"/>
              </a:solidFill>
              <a:latin typeface="Arial" panose="020F0502020204030204"/>
            </a:endParaRPr>
          </a:p>
        </p:txBody>
      </p:sp>
      <p:sp>
        <p:nvSpPr>
          <p:cNvPr id="29" name="Text 26"/>
          <p:cNvSpPr/>
          <p:nvPr/>
        </p:nvSpPr>
        <p:spPr>
          <a:xfrm>
            <a:off x="3755136" y="5797296"/>
            <a:ext cx="2255520" cy="420624"/>
          </a:xfrm>
          <a:prstGeom prst="rect">
            <a:avLst/>
          </a:prstGeom>
          <a:noFill/>
          <a:ln/>
        </p:spPr>
        <p:txBody>
          <a:bodyPr wrap="square" lIns="0" tIns="0" rIns="0" bIns="0" rtlCol="0" anchor="ctr"/>
          <a:lstStyle/>
          <a:p>
            <a:pPr defTabSz="1219170"/>
            <a:r>
              <a:rPr lang="en-US" sz="1200">
                <a:solidFill>
                  <a:srgbClr val="A8A096"/>
                </a:solidFill>
                <a:latin typeface="Arial" panose="020F0502020204030204"/>
              </a:rPr>
              <a:t>Deployment options, audit records, controls</a:t>
            </a:r>
            <a:endParaRPr lang="en-US" sz="1133">
              <a:solidFill>
                <a:prstClr val="black"/>
              </a:solidFill>
              <a:latin typeface="Arial" panose="020F0502020204030204"/>
            </a:endParaRPr>
          </a:p>
        </p:txBody>
      </p:sp>
      <p:sp>
        <p:nvSpPr>
          <p:cNvPr id="30" name="Text 27"/>
          <p:cNvSpPr/>
          <p:nvPr/>
        </p:nvSpPr>
        <p:spPr>
          <a:xfrm>
            <a:off x="6156960" y="5468112"/>
            <a:ext cx="365760" cy="243840"/>
          </a:xfrm>
          <a:prstGeom prst="rect">
            <a:avLst/>
          </a:prstGeom>
          <a:noFill/>
          <a:ln/>
        </p:spPr>
        <p:txBody>
          <a:bodyPr wrap="square" lIns="0" tIns="0" rIns="0" bIns="0" rtlCol="0" anchor="ctr"/>
          <a:lstStyle/>
          <a:p>
            <a:pPr defTabSz="1219170"/>
            <a:r>
              <a:rPr lang="en-US" sz="1200" b="1">
                <a:solidFill>
                  <a:srgbClr val="FA500F"/>
                </a:solidFill>
                <a:latin typeface="Arial" panose="020F0502020204030204"/>
              </a:rPr>
              <a:t>03</a:t>
            </a:r>
            <a:endParaRPr lang="en-US" sz="1200">
              <a:solidFill>
                <a:prstClr val="black"/>
              </a:solidFill>
              <a:latin typeface="Arial" panose="020F0502020204030204"/>
            </a:endParaRPr>
          </a:p>
        </p:txBody>
      </p:sp>
      <p:sp>
        <p:nvSpPr>
          <p:cNvPr id="31" name="Text 28"/>
          <p:cNvSpPr/>
          <p:nvPr/>
        </p:nvSpPr>
        <p:spPr>
          <a:xfrm>
            <a:off x="6559296" y="5431536"/>
            <a:ext cx="2255520" cy="365760"/>
          </a:xfrm>
          <a:prstGeom prst="rect">
            <a:avLst/>
          </a:prstGeom>
          <a:noFill/>
          <a:ln/>
        </p:spPr>
        <p:txBody>
          <a:bodyPr wrap="square" lIns="0" tIns="0" rIns="0" bIns="0" rtlCol="0" anchor="ctr"/>
          <a:lstStyle/>
          <a:p>
            <a:pPr defTabSz="1219170"/>
            <a:r>
              <a:rPr lang="en-US" sz="1400" b="1">
                <a:solidFill>
                  <a:srgbClr val="FAFAF4"/>
                </a:solidFill>
                <a:latin typeface="Arial" panose="020F0502020204030204"/>
              </a:rPr>
              <a:t>Invest in evidence</a:t>
            </a:r>
            <a:endParaRPr lang="en-US" sz="1400">
              <a:solidFill>
                <a:prstClr val="black"/>
              </a:solidFill>
              <a:latin typeface="Arial" panose="020F0502020204030204"/>
            </a:endParaRPr>
          </a:p>
        </p:txBody>
      </p:sp>
      <p:sp>
        <p:nvSpPr>
          <p:cNvPr id="32" name="Text 29"/>
          <p:cNvSpPr/>
          <p:nvPr/>
        </p:nvSpPr>
        <p:spPr>
          <a:xfrm>
            <a:off x="6559296" y="5797296"/>
            <a:ext cx="2255520" cy="420624"/>
          </a:xfrm>
          <a:prstGeom prst="rect">
            <a:avLst/>
          </a:prstGeom>
          <a:noFill/>
          <a:ln/>
        </p:spPr>
        <p:txBody>
          <a:bodyPr wrap="square" lIns="0" tIns="0" rIns="0" bIns="0" rtlCol="0" anchor="ctr"/>
          <a:lstStyle/>
          <a:p>
            <a:pPr defTabSz="1219170"/>
            <a:r>
              <a:rPr lang="en-US" sz="1200">
                <a:solidFill>
                  <a:srgbClr val="A8A096"/>
                </a:solidFill>
                <a:latin typeface="Arial" panose="020F0502020204030204"/>
              </a:rPr>
              <a:t>Four implementation guides, five field plays</a:t>
            </a:r>
            <a:endParaRPr lang="en-US" sz="1133">
              <a:solidFill>
                <a:prstClr val="black"/>
              </a:solidFill>
              <a:latin typeface="Arial" panose="020F0502020204030204"/>
            </a:endParaRPr>
          </a:p>
        </p:txBody>
      </p:sp>
      <p:sp>
        <p:nvSpPr>
          <p:cNvPr id="33" name="Text 30"/>
          <p:cNvSpPr/>
          <p:nvPr/>
        </p:nvSpPr>
        <p:spPr>
          <a:xfrm>
            <a:off x="8961120" y="5468112"/>
            <a:ext cx="365760" cy="243840"/>
          </a:xfrm>
          <a:prstGeom prst="rect">
            <a:avLst/>
          </a:prstGeom>
          <a:noFill/>
          <a:ln/>
        </p:spPr>
        <p:txBody>
          <a:bodyPr wrap="square" lIns="0" tIns="0" rIns="0" bIns="0" rtlCol="0" anchor="ctr"/>
          <a:lstStyle/>
          <a:p>
            <a:pPr defTabSz="1219170"/>
            <a:r>
              <a:rPr lang="en-US" sz="1200" b="1">
                <a:solidFill>
                  <a:srgbClr val="FA500F"/>
                </a:solidFill>
                <a:latin typeface="Arial" panose="020F0502020204030204"/>
              </a:rPr>
              <a:t>04</a:t>
            </a:r>
            <a:endParaRPr lang="en-US" sz="1200">
              <a:solidFill>
                <a:prstClr val="black"/>
              </a:solidFill>
              <a:latin typeface="Arial" panose="020F0502020204030204"/>
            </a:endParaRPr>
          </a:p>
        </p:txBody>
      </p:sp>
      <p:sp>
        <p:nvSpPr>
          <p:cNvPr id="34" name="Text 31"/>
          <p:cNvSpPr/>
          <p:nvPr/>
        </p:nvSpPr>
        <p:spPr>
          <a:xfrm>
            <a:off x="9363456" y="5431536"/>
            <a:ext cx="2255520" cy="365760"/>
          </a:xfrm>
          <a:prstGeom prst="rect">
            <a:avLst/>
          </a:prstGeom>
          <a:noFill/>
          <a:ln/>
        </p:spPr>
        <p:txBody>
          <a:bodyPr wrap="square" lIns="0" tIns="0" rIns="0" bIns="0" rtlCol="0" anchor="ctr"/>
          <a:lstStyle/>
          <a:p>
            <a:pPr defTabSz="1219170"/>
            <a:r>
              <a:rPr lang="en-US" sz="1400" b="1">
                <a:solidFill>
                  <a:srgbClr val="FAFAF4"/>
                </a:solidFill>
                <a:latin typeface="Arial" panose="020F0502020204030204"/>
              </a:rPr>
              <a:t>Measure before claiming</a:t>
            </a:r>
            <a:endParaRPr lang="en-US" sz="1400">
              <a:solidFill>
                <a:prstClr val="black"/>
              </a:solidFill>
              <a:latin typeface="Arial" panose="020F0502020204030204"/>
            </a:endParaRPr>
          </a:p>
        </p:txBody>
      </p:sp>
      <p:sp>
        <p:nvSpPr>
          <p:cNvPr id="35" name="Text 32"/>
          <p:cNvSpPr/>
          <p:nvPr/>
        </p:nvSpPr>
        <p:spPr>
          <a:xfrm>
            <a:off x="9363456" y="5797296"/>
            <a:ext cx="2255520" cy="420624"/>
          </a:xfrm>
          <a:prstGeom prst="rect">
            <a:avLst/>
          </a:prstGeom>
          <a:noFill/>
          <a:ln/>
        </p:spPr>
        <p:txBody>
          <a:bodyPr wrap="square" lIns="0" tIns="0" rIns="0" bIns="0" rtlCol="0" anchor="ctr"/>
          <a:lstStyle/>
          <a:p>
            <a:pPr defTabSz="1219170"/>
            <a:r>
              <a:rPr lang="en-US" sz="1200">
                <a:solidFill>
                  <a:srgbClr val="A8A096"/>
                </a:solidFill>
                <a:latin typeface="Arial" panose="020F0502020204030204"/>
              </a:rPr>
              <a:t>Trial → controlled production; no unmeasured speed claims</a:t>
            </a:r>
            <a:endParaRPr lang="en-US" sz="1133">
              <a:solidFill>
                <a:prstClr val="black"/>
              </a:solidFill>
              <a:latin typeface="Arial" panose="020F0502020204030204"/>
            </a:endParaRPr>
          </a:p>
        </p:txBody>
      </p:sp>
      <p:sp>
        <p:nvSpPr>
          <p:cNvPr id="36" name="Text 33"/>
          <p:cNvSpPr/>
          <p:nvPr/>
        </p:nvSpPr>
        <p:spPr>
          <a:xfrm>
            <a:off x="566928" y="6400800"/>
            <a:ext cx="10469880" cy="153888"/>
          </a:xfrm>
          <a:prstGeom prst="rect">
            <a:avLst/>
          </a:prstGeom>
          <a:noFill/>
          <a:ln/>
        </p:spPr>
        <p:txBody>
          <a:bodyPr wrap="square" lIns="0" tIns="0" rIns="0" bIns="0" rtlCol="0" anchor="t"/>
          <a:lstStyle/>
          <a:p>
            <a:pPr algn="l" defTabSz="1219170">
              <a:lnSpc>
                <a:spcPct val="100000"/>
              </a:lnSpc>
              <a:spcBef>
                <a:spcPts val="0"/>
              </a:spcBef>
              <a:spcAft>
                <a:spcPts val="0"/>
              </a:spcAft>
            </a:pPr>
            <a:r>
              <a:rPr lang="en-US" sz="1200" b="0" i="0">
                <a:solidFill>
                  <a:srgbClr val="A8A096"/>
                </a:solidFill>
                <a:latin typeface="Arial" panose="020F0502020204030204"/>
              </a:rPr>
              <a:t>“Use” and “trust” are survey shares of developers, not product conversion rates; other figures are directional estimates. </a:t>
            </a:r>
            <a:endParaRPr lang="en-US" sz="1000">
              <a:solidFill>
                <a:prstClr val="black"/>
              </a:solidFill>
              <a:latin typeface="Arial" panose="020F0502020204030204"/>
            </a:endParaRPr>
          </a:p>
        </p:txBody>
      </p:sp>
      <p:sp>
        <p:nvSpPr>
          <p:cNvPr id="37" name="Text 34"/>
          <p:cNvSpPr/>
          <p:nvPr/>
        </p:nvSpPr>
        <p:spPr>
          <a:xfrm>
            <a:off x="11137392" y="6400800"/>
            <a:ext cx="292608" cy="153888"/>
          </a:xfrm>
          <a:prstGeom prst="rect">
            <a:avLst/>
          </a:prstGeom>
          <a:noFill/>
          <a:ln/>
        </p:spPr>
        <p:txBody>
          <a:bodyPr wrap="square" lIns="0" tIns="0" rIns="0" bIns="0" rtlCol="0" anchor="t"/>
          <a:lstStyle/>
          <a:p>
            <a:pPr algn="r" defTabSz="1219170">
              <a:lnSpc>
                <a:spcPct val="100000"/>
              </a:lnSpc>
              <a:spcBef>
                <a:spcPts val="0"/>
              </a:spcBef>
              <a:spcAft>
                <a:spcPts val="0"/>
              </a:spcAft>
            </a:pPr>
            <a:r>
              <a:rPr lang="en-US" sz="1000" b="0" i="0">
                <a:solidFill>
                  <a:srgbClr val="A8A096"/>
                </a:solidFill>
                <a:latin typeface="Arial" panose="020F0502020204030204"/>
              </a:rPr>
              <a:t>02</a:t>
            </a:r>
            <a:endParaRPr lang="en-US" sz="1067">
              <a:solidFill>
                <a:prstClr val="black"/>
              </a:solidFill>
              <a:latin typeface="Arial" panose="020F0502020204030204"/>
            </a:endParaRPr>
          </a:p>
        </p:txBody>
      </p:sp>
      <p:pic>
        <p:nvPicPr>
          <p:cNvPr id="38" name="Official Mistral footer symbol">
            <a:extLst>
              <a:ext uri="{C183D7F6-B498-43B3-948B-1728B52AA6E4}">
                <adec:decorative xmlns:adec="http://schemas.microsoft.com/office/drawing/2017/decorative" val="1"/>
              </a:ext>
            </a:extLst>
          </p:cNvPr>
          <p:cNvPicPr>
            <a:picLocks noChangeAspect="1"/>
          </p:cNvPicPr>
          <p:nvPr/>
        </p:nvPicPr>
        <p:blipFill>
          <a:blip r:embed="rId4"/>
          <a:srcRect/>
          <a:stretch>
            <a:fillRect/>
          </a:stretch>
        </p:blipFill>
        <p:spPr>
          <a:xfrm>
            <a:off x="11594592" y="6400800"/>
            <a:ext cx="228600" cy="163413"/>
          </a:xfrm>
          <a:prstGeom prst="rect">
            <a:avLst/>
          </a:prstGeom>
        </p:spPr>
      </p:pic>
      <p:pic>
        <p:nvPicPr>
          <p:cNvPr id="39" name="Official Mistral header symbol" descr="image.png"/>
          <p:cNvPicPr>
            <a:picLocks noChangeAspect="1"/>
          </p:cNvPicPr>
          <p:nvPr/>
        </p:nvPicPr>
        <p:blipFill>
          <a:blip r:embed="rId4"/>
          <a:stretch>
            <a:fillRect/>
          </a:stretch>
        </p:blipFill>
        <p:spPr>
          <a:xfrm>
            <a:off x="182880" y="182880"/>
            <a:ext cx="228600" cy="163413"/>
          </a:xfrm>
          <a:prstGeom prst="rect">
            <a:avLst/>
          </a:prstGeom>
        </p:spPr>
      </p:pic>
    </p:spTree>
    <p:extLst>
      <p:ext uri="{BB962C8B-B14F-4D97-AF65-F5344CB8AC3E}">
        <p14:creationId xmlns:p14="http://schemas.microsoft.com/office/powerpoint/2010/main" val="2947355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sp>
        <p:nvSpPr>
          <p:cNvPr id="2" name="TextBox 1"/>
          <p:cNvSpPr txBox="1"/>
          <p:nvPr/>
        </p:nvSpPr>
        <p:spPr>
          <a:xfrm>
            <a:off x="621792" y="221462"/>
            <a:ext cx="9326880" cy="215444"/>
          </a:xfrm>
          <a:prstGeom prst="rect">
            <a:avLst/>
          </a:prstGeom>
          <a:noFill/>
        </p:spPr>
        <p:txBody>
          <a:bodyPr wrap="square" lIns="0" tIns="0" rIns="0" bIns="0" anchor="ctr">
            <a:spAutoFit/>
          </a:bodyPr>
          <a:lstStyle/>
          <a:p>
            <a:pPr algn="l"/>
            <a:r>
              <a:rPr lang="en-US" sz="1400" b="1" i="0">
                <a:solidFill>
                  <a:srgbClr val="FF4B00"/>
                </a:solidFill>
                <a:latin typeface="Arial"/>
              </a:rPr>
              <a:t>OVERVIEW  ·  PLATFORM FIT</a:t>
            </a:r>
            <a:endParaRPr lang="en-US"/>
          </a:p>
        </p:txBody>
      </p:sp>
      <p:sp>
        <p:nvSpPr>
          <p:cNvPr id="3" name="Title 2"/>
          <p:cNvSpPr txBox="1">
            <a:spLocks noGrp="1"/>
          </p:cNvSpPr>
          <p:nvPr>
            <p:ph type="title"/>
          </p:nvPr>
        </p:nvSpPr>
        <p:spPr>
          <a:xfrm>
            <a:off x="566928" y="594360"/>
            <a:ext cx="11018520" cy="538609"/>
          </a:xfrm>
          <a:prstGeom prst="rect">
            <a:avLst/>
          </a:prstGeom>
          <a:noFill/>
        </p:spPr>
        <p:txBody>
          <a:bodyPr wrap="square" lIns="0" tIns="0" rIns="0" bIns="0" anchor="t">
            <a:normAutofit/>
          </a:bodyPr>
          <a:lstStyle/>
          <a:p>
            <a:pPr algn="l"/>
            <a:r>
              <a:rPr lang="en-US" sz="3500" b="1" i="0">
                <a:solidFill>
                  <a:srgbClr val="FAFAF4"/>
                </a:solidFill>
                <a:latin typeface="Arial"/>
              </a:rPr>
              <a:t>Control is the enterprise edge.</a:t>
            </a:r>
            <a:endParaRPr lang="en-US"/>
          </a:p>
        </p:txBody>
      </p:sp>
      <p:sp>
        <p:nvSpPr>
          <p:cNvPr id="4" name="TextBox 3"/>
          <p:cNvSpPr txBox="1">
            <a:spLocks/>
          </p:cNvSpPr>
          <p:nvPr/>
        </p:nvSpPr>
        <p:spPr>
          <a:xfrm>
            <a:off x="566928" y="1133856"/>
            <a:ext cx="10972800" cy="215444"/>
          </a:xfrm>
          <a:prstGeom prst="rect">
            <a:avLst/>
          </a:prstGeom>
          <a:noFill/>
        </p:spPr>
        <p:txBody>
          <a:bodyPr wrap="square" lIns="0" tIns="0" rIns="0" bIns="0" anchor="t">
            <a:spAutoFit/>
          </a:bodyPr>
          <a:lstStyle/>
          <a:p>
            <a:r>
              <a:rPr lang="en-US" sz="1400" b="0" i="0">
                <a:solidFill>
                  <a:srgbClr val="A8A096"/>
                </a:solidFill>
                <a:latin typeface="Arial"/>
              </a:rPr>
              <a:t>The product system—and the 90-day priorities that turn trust into production.</a:t>
            </a:r>
            <a:endParaRPr lang="en-US"/>
          </a:p>
        </p:txBody>
      </p:sp>
      <p:cxnSp>
        <p:nvCxnSpPr>
          <p:cNvPr id="5" name="Connector 4"/>
          <p:cNvCxnSpPr/>
          <p:nvPr/>
        </p:nvCxnSpPr>
        <p:spPr>
          <a:xfrm>
            <a:off x="566928" y="1481328"/>
            <a:ext cx="11045952" cy="0"/>
          </a:xfrm>
          <a:prstGeom prst="line">
            <a:avLst/>
          </a:prstGeom>
          <a:ln w="10160">
            <a:solidFill>
              <a:srgbClr val="FA500F"/>
            </a:solidFill>
          </a:ln>
        </p:spPr>
        <p:style>
          <a:lnRef idx="2">
            <a:schemeClr val="accent1"/>
          </a:lnRef>
          <a:fillRef idx="0">
            <a:schemeClr val="accent1"/>
          </a:fillRef>
          <a:effectRef idx="1">
            <a:schemeClr val="accent1"/>
          </a:effectRef>
          <a:fontRef idx="minor">
            <a:schemeClr val="tx1"/>
          </a:fontRef>
        </p:style>
      </p:cxnSp>
      <p:sp>
        <p:nvSpPr>
          <p:cNvPr id="400" name="Panel 400"/>
          <p:cNvSpPr/>
          <p:nvPr/>
        </p:nvSpPr>
        <p:spPr>
          <a:xfrm>
            <a:off x="566928" y="2304288"/>
            <a:ext cx="5431536" cy="1700784"/>
          </a:xfrm>
          <a:prstGeom prst="roundRect">
            <a:avLst>
              <a:gd name="adj" fmla="val 6000"/>
            </a:avLst>
          </a:prstGeom>
          <a:solidFill>
            <a:srgbClr val="231E1A"/>
          </a:solidFill>
          <a:ln>
            <a:noFill/>
          </a:ln>
        </p:spPr>
        <p:txBody>
          <a:bodyPr/>
          <a:lstStyle/>
          <a:p>
            <a:endParaRPr lang="en-US"/>
          </a:p>
        </p:txBody>
      </p:sp>
      <p:sp>
        <p:nvSpPr>
          <p:cNvPr id="401" name="Panel 401"/>
          <p:cNvSpPr/>
          <p:nvPr/>
        </p:nvSpPr>
        <p:spPr>
          <a:xfrm>
            <a:off x="6190488" y="2304288"/>
            <a:ext cx="5431536" cy="1700784"/>
          </a:xfrm>
          <a:prstGeom prst="roundRect">
            <a:avLst>
              <a:gd name="adj" fmla="val 6000"/>
            </a:avLst>
          </a:prstGeom>
          <a:solidFill>
            <a:srgbClr val="231E1A"/>
          </a:solidFill>
          <a:ln>
            <a:noFill/>
          </a:ln>
        </p:spPr>
        <p:txBody>
          <a:bodyPr/>
          <a:lstStyle/>
          <a:p>
            <a:endParaRPr lang="en-US"/>
          </a:p>
        </p:txBody>
      </p:sp>
      <p:sp>
        <p:nvSpPr>
          <p:cNvPr id="402" name="Panel 402"/>
          <p:cNvSpPr/>
          <p:nvPr/>
        </p:nvSpPr>
        <p:spPr>
          <a:xfrm>
            <a:off x="566928" y="4315968"/>
            <a:ext cx="11055096" cy="1097280"/>
          </a:xfrm>
          <a:prstGeom prst="roundRect">
            <a:avLst>
              <a:gd name="adj" fmla="val 6000"/>
            </a:avLst>
          </a:prstGeom>
          <a:solidFill>
            <a:srgbClr val="2A2420"/>
          </a:solidFill>
          <a:ln>
            <a:noFill/>
          </a:ln>
        </p:spPr>
        <p:txBody>
          <a:bodyPr/>
          <a:lstStyle/>
          <a:p>
            <a:endParaRPr lang="en-US"/>
          </a:p>
        </p:txBody>
      </p:sp>
      <p:sp>
        <p:nvSpPr>
          <p:cNvPr id="403" name="Panel 403"/>
          <p:cNvSpPr/>
          <p:nvPr/>
        </p:nvSpPr>
        <p:spPr>
          <a:xfrm>
            <a:off x="566928" y="4315968"/>
            <a:ext cx="91440" cy="1097280"/>
          </a:xfrm>
          <a:prstGeom prst="rect">
            <a:avLst/>
          </a:prstGeom>
          <a:solidFill>
            <a:srgbClr val="FF8205"/>
          </a:solidFill>
          <a:ln>
            <a:noFill/>
          </a:ln>
        </p:spPr>
        <p:txBody>
          <a:bodyPr/>
          <a:lstStyle/>
          <a:p>
            <a:endParaRPr lang="en-US"/>
          </a:p>
        </p:txBody>
      </p:sp>
      <p:sp>
        <p:nvSpPr>
          <p:cNvPr id="6" name="TextBox 5"/>
          <p:cNvSpPr txBox="1"/>
          <p:nvPr/>
        </p:nvSpPr>
        <p:spPr>
          <a:xfrm>
            <a:off x="822960" y="2505456"/>
            <a:ext cx="21945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AF00"/>
                </a:solidFill>
                <a:effectLst/>
                <a:uLnTx/>
                <a:uFillTx/>
                <a:latin typeface="Arial"/>
                <a:ea typeface="+mn-ea"/>
                <a:cs typeface="+mn-cs"/>
              </a:rPr>
              <a:t>STUDIO</a:t>
            </a:r>
            <a:endParaRPr lang="en-US"/>
          </a:p>
        </p:txBody>
      </p:sp>
      <p:sp>
        <p:nvSpPr>
          <p:cNvPr id="7" name="TextBox 6"/>
          <p:cNvSpPr txBox="1"/>
          <p:nvPr/>
        </p:nvSpPr>
        <p:spPr>
          <a:xfrm>
            <a:off x="822960" y="2816352"/>
            <a:ext cx="4919472" cy="475488"/>
          </a:xfrm>
          <a:prstGeom prst="rect">
            <a:avLst/>
          </a:prstGeom>
          <a:noFill/>
        </p:spPr>
        <p:txBody>
          <a:bodyPr wrap="square" lIns="0" tIns="0" rIns="0" bIns="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Building and testing workspace for AI applications</a:t>
            </a:r>
          </a:p>
        </p:txBody>
      </p:sp>
      <p:sp>
        <p:nvSpPr>
          <p:cNvPr id="8" name="TextBox 7"/>
          <p:cNvSpPr txBox="1"/>
          <p:nvPr/>
        </p:nvSpPr>
        <p:spPr>
          <a:xfrm>
            <a:off x="822960" y="3328416"/>
            <a:ext cx="491947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9A90"/>
                </a:solidFill>
                <a:effectLst/>
                <a:uLnTx/>
                <a:uFillTx/>
                <a:latin typeface="Arial"/>
                <a:ea typeface="+mn-ea"/>
                <a:cs typeface="+mn-cs"/>
              </a:rPr>
              <a:t>Test ideas · connect services · build workflows · evaluate results</a:t>
            </a:r>
            <a:endParaRPr lang="en-US"/>
          </a:p>
        </p:txBody>
      </p:sp>
      <p:sp>
        <p:nvSpPr>
          <p:cNvPr id="9" name="TextBox 8"/>
          <p:cNvSpPr txBox="1"/>
          <p:nvPr/>
        </p:nvSpPr>
        <p:spPr>
          <a:xfrm>
            <a:off x="6446520" y="2505456"/>
            <a:ext cx="21945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500F"/>
                </a:solidFill>
                <a:effectLst/>
                <a:uLnTx/>
                <a:uFillTx/>
                <a:latin typeface="Arial"/>
                <a:ea typeface="+mn-ea"/>
                <a:cs typeface="+mn-cs"/>
              </a:rPr>
              <a:t>VIBE</a:t>
            </a:r>
            <a:endParaRPr lang="en-US"/>
          </a:p>
        </p:txBody>
      </p:sp>
      <p:sp>
        <p:nvSpPr>
          <p:cNvPr id="10" name="TextBox 9"/>
          <p:cNvSpPr txBox="1"/>
          <p:nvPr/>
        </p:nvSpPr>
        <p:spPr>
          <a:xfrm>
            <a:off x="6446520" y="2816352"/>
            <a:ext cx="4919472" cy="475488"/>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Everyday work assistant</a:t>
            </a:r>
          </a:p>
        </p:txBody>
      </p:sp>
      <p:sp>
        <p:nvSpPr>
          <p:cNvPr id="11" name="TextBox 10"/>
          <p:cNvSpPr txBox="1">
            <a:spLocks/>
          </p:cNvSpPr>
          <p:nvPr/>
        </p:nvSpPr>
        <p:spPr>
          <a:xfrm>
            <a:off x="6446520" y="3328416"/>
            <a:ext cx="491947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9A90"/>
                </a:solidFill>
                <a:effectLst/>
                <a:uLnTx/>
                <a:uFillTx/>
                <a:latin typeface="Arial"/>
                <a:ea typeface="+mn-ea"/>
                <a:cs typeface="+mn-cs"/>
              </a:rPr>
              <a:t>Chat · coding · repeatable everyday tasks</a:t>
            </a:r>
            <a:endParaRPr lang="en-US"/>
          </a:p>
        </p:txBody>
      </p:sp>
      <p:sp>
        <p:nvSpPr>
          <p:cNvPr id="12" name="TextBox 11"/>
          <p:cNvSpPr txBox="1">
            <a:spLocks/>
          </p:cNvSpPr>
          <p:nvPr/>
        </p:nvSpPr>
        <p:spPr>
          <a:xfrm>
            <a:off x="822960" y="4535424"/>
            <a:ext cx="21945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8205"/>
                </a:solidFill>
                <a:effectLst/>
                <a:uLnTx/>
                <a:uFillTx/>
                <a:latin typeface="Arial"/>
                <a:ea typeface="+mn-ea"/>
                <a:cs typeface="+mn-cs"/>
              </a:rPr>
              <a:t>ADMIN</a:t>
            </a:r>
            <a:endParaRPr lang="en-US"/>
          </a:p>
        </p:txBody>
      </p:sp>
      <p:sp>
        <p:nvSpPr>
          <p:cNvPr id="13" name="TextBox 12"/>
          <p:cNvSpPr txBox="1">
            <a:spLocks/>
          </p:cNvSpPr>
          <p:nvPr/>
        </p:nvSpPr>
        <p:spPr>
          <a:xfrm>
            <a:off x="822960" y="4828032"/>
            <a:ext cx="2926080" cy="310896"/>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AFAF4"/>
                </a:solidFill>
                <a:effectLst/>
                <a:uLnTx/>
                <a:uFillTx/>
                <a:latin typeface="Arial"/>
                <a:ea typeface="+mn-ea"/>
                <a:cs typeface="+mn-cs"/>
              </a:rPr>
              <a:t>Company-wide controls</a:t>
            </a:r>
            <a:endParaRPr lang="en-US"/>
          </a:p>
        </p:txBody>
      </p:sp>
      <p:sp>
        <p:nvSpPr>
          <p:cNvPr id="14" name="TextBox 13"/>
          <p:cNvSpPr txBox="1">
            <a:spLocks/>
          </p:cNvSpPr>
          <p:nvPr/>
        </p:nvSpPr>
        <p:spPr>
          <a:xfrm>
            <a:off x="4023360" y="4663440"/>
            <a:ext cx="7315200"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9A90"/>
                </a:solidFill>
                <a:effectLst/>
                <a:uLnTx/>
                <a:uFillTx/>
                <a:latin typeface="Arial"/>
                <a:ea typeface="+mn-ea"/>
                <a:cs typeface="+mn-cs"/>
              </a:rPr>
              <a:t>Sign-in · access · billing · activity logs · policies</a:t>
            </a:r>
            <a:endParaRPr lang="en-US"/>
          </a:p>
        </p:txBody>
      </p:sp>
      <p:sp>
        <p:nvSpPr>
          <p:cNvPr id="15" name="TextBox 14"/>
          <p:cNvSpPr txBox="1">
            <a:spLocks/>
          </p:cNvSpPr>
          <p:nvPr/>
        </p:nvSpPr>
        <p:spPr>
          <a:xfrm>
            <a:off x="566928" y="1719072"/>
            <a:ext cx="2194560" cy="384048"/>
          </a:xfrm>
          <a:prstGeom prst="chevron">
            <a:avLst>
              <a:gd name="adj" fmla="val 30000"/>
            </a:avLst>
          </a:prstGeom>
          <a:solidFill>
            <a:srgbClr val="3E362E"/>
          </a:solidFill>
        </p:spPr>
        <p:txBody>
          <a:bodyPr wrap="square" lIns="45720" tIns="0" rIns="4572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AF00"/>
                </a:solidFill>
                <a:effectLst/>
                <a:uLnTx/>
                <a:uFillTx/>
                <a:latin typeface="Arial"/>
                <a:ea typeface="+mn-ea"/>
                <a:cs typeface="+mn-cs"/>
              </a:rPr>
              <a:t>BUILD</a:t>
            </a:r>
            <a:endParaRPr lang="en-US"/>
          </a:p>
        </p:txBody>
      </p:sp>
      <p:sp>
        <p:nvSpPr>
          <p:cNvPr id="17" name="TextBox 16"/>
          <p:cNvSpPr txBox="1">
            <a:spLocks/>
          </p:cNvSpPr>
          <p:nvPr/>
        </p:nvSpPr>
        <p:spPr>
          <a:xfrm>
            <a:off x="2779776" y="1719072"/>
            <a:ext cx="2194560" cy="384048"/>
          </a:xfrm>
          <a:prstGeom prst="chevron">
            <a:avLst>
              <a:gd name="adj" fmla="val 30000"/>
            </a:avLst>
          </a:prstGeom>
          <a:solidFill>
            <a:srgbClr val="3E362E"/>
          </a:solidFill>
        </p:spPr>
        <p:txBody>
          <a:bodyPr wrap="square" lIns="45720" tIns="0" rIns="4572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AF00"/>
                </a:solidFill>
                <a:effectLst/>
                <a:uLnTx/>
                <a:uFillTx/>
                <a:latin typeface="Arial"/>
                <a:ea typeface="+mn-ea"/>
                <a:cs typeface="+mn-cs"/>
              </a:rPr>
              <a:t>ITERATE</a:t>
            </a:r>
            <a:endParaRPr lang="en-US"/>
          </a:p>
        </p:txBody>
      </p:sp>
      <p:sp>
        <p:nvSpPr>
          <p:cNvPr id="19" name="TextBox 18"/>
          <p:cNvSpPr txBox="1">
            <a:spLocks/>
          </p:cNvSpPr>
          <p:nvPr/>
        </p:nvSpPr>
        <p:spPr>
          <a:xfrm>
            <a:off x="4992624" y="1719072"/>
            <a:ext cx="2194560" cy="384048"/>
          </a:xfrm>
          <a:prstGeom prst="chevron">
            <a:avLst>
              <a:gd name="adj" fmla="val 30000"/>
            </a:avLst>
          </a:prstGeom>
          <a:solidFill>
            <a:srgbClr val="3E362E"/>
          </a:solidFill>
        </p:spPr>
        <p:txBody>
          <a:bodyPr wrap="square" lIns="45720" tIns="0" rIns="4572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AF00"/>
                </a:solidFill>
                <a:effectLst/>
                <a:uLnTx/>
                <a:uFillTx/>
                <a:latin typeface="Arial"/>
                <a:ea typeface="+mn-ea"/>
                <a:cs typeface="+mn-cs"/>
              </a:rPr>
              <a:t>DEPLOY</a:t>
            </a:r>
            <a:endParaRPr lang="en-US"/>
          </a:p>
        </p:txBody>
      </p:sp>
      <p:sp>
        <p:nvSpPr>
          <p:cNvPr id="21" name="TextBox 20"/>
          <p:cNvSpPr txBox="1">
            <a:spLocks/>
          </p:cNvSpPr>
          <p:nvPr/>
        </p:nvSpPr>
        <p:spPr>
          <a:xfrm>
            <a:off x="7205472" y="1719072"/>
            <a:ext cx="2194560" cy="384048"/>
          </a:xfrm>
          <a:prstGeom prst="chevron">
            <a:avLst>
              <a:gd name="adj" fmla="val 30000"/>
            </a:avLst>
          </a:prstGeom>
          <a:solidFill>
            <a:srgbClr val="3E362E"/>
          </a:solidFill>
        </p:spPr>
        <p:txBody>
          <a:bodyPr wrap="square" lIns="45720" tIns="0" rIns="4572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AF00"/>
                </a:solidFill>
                <a:effectLst/>
                <a:uLnTx/>
                <a:uFillTx/>
                <a:latin typeface="Arial"/>
                <a:ea typeface="+mn-ea"/>
                <a:cs typeface="+mn-cs"/>
              </a:rPr>
              <a:t>GOVERN</a:t>
            </a:r>
            <a:endParaRPr lang="en-US"/>
          </a:p>
        </p:txBody>
      </p:sp>
      <p:sp>
        <p:nvSpPr>
          <p:cNvPr id="23" name="TextBox 22"/>
          <p:cNvSpPr txBox="1">
            <a:spLocks/>
          </p:cNvSpPr>
          <p:nvPr/>
        </p:nvSpPr>
        <p:spPr>
          <a:xfrm>
            <a:off x="9418320" y="1719072"/>
            <a:ext cx="2194560" cy="384048"/>
          </a:xfrm>
          <a:prstGeom prst="chevron">
            <a:avLst>
              <a:gd name="adj" fmla="val 30000"/>
            </a:avLst>
          </a:prstGeom>
          <a:solidFill>
            <a:srgbClr val="3E362E"/>
          </a:solidFill>
        </p:spPr>
        <p:txBody>
          <a:bodyPr wrap="square" lIns="45720" tIns="0" rIns="4572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AF00"/>
                </a:solidFill>
                <a:effectLst/>
                <a:uLnTx/>
                <a:uFillTx/>
                <a:latin typeface="Arial"/>
                <a:ea typeface="+mn-ea"/>
                <a:cs typeface="+mn-cs"/>
              </a:rPr>
              <a:t>ACCELERATE &amp; SCALE</a:t>
            </a:r>
            <a:endParaRPr lang="en-US"/>
          </a:p>
        </p:txBody>
      </p:sp>
      <p:sp>
        <p:nvSpPr>
          <p:cNvPr id="24" name="TextBox 23"/>
          <p:cNvSpPr txBox="1">
            <a:spLocks/>
          </p:cNvSpPr>
          <p:nvPr/>
        </p:nvSpPr>
        <p:spPr>
          <a:xfrm>
            <a:off x="566928" y="5705856"/>
            <a:ext cx="11055096" cy="2308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AFAF4"/>
                </a:solidFill>
                <a:effectLst/>
                <a:uLnTx/>
                <a:uFillTx/>
                <a:latin typeface="Arial"/>
                <a:ea typeface="+mn-ea"/>
                <a:cs typeface="+mn-cs"/>
              </a:rPr>
              <a:t>The opening: fast building, governed from day one.</a:t>
            </a:r>
            <a:endParaRPr lang="en-US"/>
          </a:p>
        </p:txBody>
      </p:sp>
      <p:sp>
        <p:nvSpPr>
          <p:cNvPr id="26" name="TextBox 25"/>
          <p:cNvSpPr txBox="1">
            <a:spLocks/>
          </p:cNvSpPr>
          <p:nvPr/>
        </p:nvSpPr>
        <p:spPr>
          <a:xfrm>
            <a:off x="566928" y="6400800"/>
            <a:ext cx="10469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rgbClr val="A8A096"/>
                </a:solidFill>
                <a:latin typeface="Arial"/>
              </a:rPr>
              <a:t>D</a:t>
            </a:r>
            <a:r>
              <a:rPr kumimoji="0" lang="en-US" sz="1000" b="0" i="0" u="none" strike="noStrike" kern="1200" cap="none" spc="0" normalizeH="0" baseline="0" noProof="0" err="1">
                <a:ln>
                  <a:noFill/>
                </a:ln>
                <a:solidFill>
                  <a:srgbClr val="A8A096"/>
                </a:solidFill>
                <a:effectLst/>
                <a:uLnTx/>
                <a:uFillTx/>
                <a:latin typeface="Arial"/>
                <a:ea typeface="+mn-ea"/>
                <a:cs typeface="+mn-cs"/>
              </a:rPr>
              <a:t>ata</a:t>
            </a:r>
            <a:r>
              <a:rPr kumimoji="0" lang="en-US" sz="1000" b="0" i="0" u="none" strike="noStrike" kern="1200" cap="none" spc="0" normalizeH="0" baseline="0" noProof="0">
                <a:ln>
                  <a:noFill/>
                </a:ln>
                <a:solidFill>
                  <a:srgbClr val="A8A096"/>
                </a:solidFill>
                <a:effectLst/>
                <a:uLnTx/>
                <a:uFillTx/>
                <a:latin typeface="Arial"/>
                <a:ea typeface="+mn-ea"/>
                <a:cs typeface="+mn-cs"/>
              </a:rPr>
              <a:t> control = the customer decides where data and models run.</a:t>
            </a:r>
            <a:endParaRPr lang="en-US"/>
          </a:p>
        </p:txBody>
      </p:sp>
      <p:sp>
        <p:nvSpPr>
          <p:cNvPr id="27" name="TextBox 26"/>
          <p:cNvSpPr txBox="1">
            <a:spLocks/>
          </p:cNvSpPr>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03</a:t>
            </a:r>
            <a:endParaRPr lang="en-US"/>
          </a:p>
        </p:txBody>
      </p:sp>
      <p:pic>
        <p:nvPicPr>
          <p:cNvPr id="28"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pic>
        <p:nvPicPr>
          <p:cNvPr id="404"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sp>
        <p:nvSpPr>
          <p:cNvPr id="2" name="TextBox 1"/>
          <p:cNvSpPr txBox="1">
            <a:spLocks/>
          </p:cNvSpPr>
          <p:nvPr/>
        </p:nvSpPr>
        <p:spPr>
          <a:xfrm>
            <a:off x="621792" y="221462"/>
            <a:ext cx="9326880" cy="215444"/>
          </a:xfrm>
          <a:prstGeom prst="rect">
            <a:avLst/>
          </a:prstGeom>
          <a:noFill/>
        </p:spPr>
        <p:txBody>
          <a:bodyPr wrap="square" lIns="0" tIns="0" rIns="0" bIns="0" anchor="ctr">
            <a:spAutoFit/>
          </a:bodyPr>
          <a:lstStyle/>
          <a:p>
            <a:pPr algn="l">
              <a:defRPr/>
            </a:pPr>
            <a:r>
              <a:rPr kumimoji="0" lang="en-US" sz="1400" b="1" i="0" u="none" strike="noStrike" kern="1200" cap="none" spc="0" normalizeH="0" baseline="0" noProof="0">
                <a:ln>
                  <a:noFill/>
                </a:ln>
                <a:solidFill>
                  <a:srgbClr val="FF4B00"/>
                </a:solidFill>
                <a:effectLst/>
                <a:uLnTx/>
                <a:uFillTx/>
                <a:latin typeface="Arial"/>
                <a:ea typeface="+mn-ea"/>
                <a:cs typeface="+mn-cs"/>
              </a:rPr>
              <a:t>POSITIONING  ·  COMPETITIVE TERRITORY</a:t>
            </a:r>
            <a:endParaRPr lang="en-US" sz="1400" b="1">
              <a:solidFill>
                <a:srgbClr val="FA500F"/>
              </a:solidFill>
            </a:endParaRPr>
          </a:p>
        </p:txBody>
      </p:sp>
      <p:sp>
        <p:nvSpPr>
          <p:cNvPr id="3" name="Title 2"/>
          <p:cNvSpPr txBox="1">
            <a:spLocks noGrp="1"/>
          </p:cNvSpPr>
          <p:nvPr>
            <p:ph type="title"/>
          </p:nvPr>
        </p:nvSpPr>
        <p:spPr>
          <a:xfrm>
            <a:off x="566928" y="594360"/>
            <a:ext cx="11018520" cy="538609"/>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FAFAF4"/>
                </a:solidFill>
                <a:effectLst/>
                <a:uLnTx/>
                <a:uFillTx/>
                <a:latin typeface="Arial"/>
                <a:ea typeface="+mn-ea"/>
                <a:cs typeface="+mn-cs"/>
              </a:rPr>
              <a:t>Freedom and control win together.</a:t>
            </a:r>
            <a:endParaRPr lang="en-US"/>
          </a:p>
        </p:txBody>
      </p:sp>
      <p:sp>
        <p:nvSpPr>
          <p:cNvPr id="4" name="TextBox 3"/>
          <p:cNvSpPr txBox="1">
            <a:spLocks/>
          </p:cNvSpPr>
          <p:nvPr/>
        </p:nvSpPr>
        <p:spPr>
          <a:xfrm>
            <a:off x="566928" y="1133856"/>
            <a:ext cx="109728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The edge: a complete production loop, deployed wherever control requires.</a:t>
            </a:r>
            <a:endParaRPr lang="en-US"/>
          </a:p>
        </p:txBody>
      </p:sp>
      <p:cxnSp>
        <p:nvCxnSpPr>
          <p:cNvPr id="5" name="Connector 4"/>
          <p:cNvCxnSpPr/>
          <p:nvPr/>
        </p:nvCxnSpPr>
        <p:spPr>
          <a:xfrm>
            <a:off x="566928" y="1481328"/>
            <a:ext cx="11045952" cy="0"/>
          </a:xfrm>
          <a:prstGeom prst="line">
            <a:avLst/>
          </a:prstGeom>
          <a:ln w="10160">
            <a:solidFill>
              <a:srgbClr val="FA500F"/>
            </a:solidFill>
          </a:ln>
        </p:spPr>
        <p:style>
          <a:lnRef idx="2">
            <a:schemeClr val="accent1"/>
          </a:lnRef>
          <a:fillRef idx="0">
            <a:schemeClr val="accent1"/>
          </a:fillRef>
          <a:effectRef idx="1">
            <a:schemeClr val="accent1"/>
          </a:effectRef>
          <a:fontRef idx="minor">
            <a:schemeClr val="tx1"/>
          </a:fontRef>
        </p:style>
      </p:cxnSp>
      <p:graphicFrame>
        <p:nvGraphicFramePr>
          <p:cNvPr id="6" name="Chart 5" descr="Illustrative scatter plot comparing deployment freedom and production control. Mistral Studio is positioned highest on both dimensions among the shown alternatives." title="Competitive positioning matrix"/>
          <p:cNvGraphicFramePr>
            <a:graphicFrameLocks noGrp="1"/>
          </p:cNvGraphicFramePr>
          <p:nvPr>
            <p:extLst>
              <p:ext uri="{D42A27DB-BD31-4B8C-83A1-F6EECF244321}">
                <p14:modId xmlns:p14="http://schemas.microsoft.com/office/powerpoint/2010/main" val="3877179185"/>
              </p:ext>
            </p:extLst>
          </p:nvPr>
        </p:nvGraphicFramePr>
        <p:xfrm>
          <a:off x="658368" y="1965960"/>
          <a:ext cx="653796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a:spLocks/>
          </p:cNvSpPr>
          <p:nvPr/>
        </p:nvSpPr>
        <p:spPr>
          <a:xfrm>
            <a:off x="5641848" y="4901184"/>
            <a:ext cx="1051560"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8A096"/>
                </a:solidFill>
                <a:effectLst/>
                <a:uLnTx/>
                <a:uFillTx/>
                <a:latin typeface="Arial"/>
                <a:ea typeface="+mn-ea"/>
                <a:cs typeface="+mn-cs"/>
              </a:rPr>
              <a:t>Open source</a:t>
            </a:r>
            <a:endParaRPr lang="en-US"/>
          </a:p>
        </p:txBody>
      </p:sp>
      <p:sp>
        <p:nvSpPr>
          <p:cNvPr id="8" name="TextBox 7"/>
          <p:cNvSpPr txBox="1">
            <a:spLocks/>
          </p:cNvSpPr>
          <p:nvPr/>
        </p:nvSpPr>
        <p:spPr>
          <a:xfrm>
            <a:off x="5541264" y="4261104"/>
            <a:ext cx="1051560"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8A096"/>
                </a:solidFill>
                <a:effectLst/>
                <a:uLnTx/>
                <a:uFillTx/>
                <a:latin typeface="Arial"/>
                <a:ea typeface="+mn-ea"/>
                <a:cs typeface="+mn-cs"/>
              </a:rPr>
              <a:t>OSS frameworks</a:t>
            </a:r>
            <a:endParaRPr lang="en-US"/>
          </a:p>
        </p:txBody>
      </p:sp>
      <p:sp>
        <p:nvSpPr>
          <p:cNvPr id="9" name="TextBox 8"/>
          <p:cNvSpPr txBox="1">
            <a:spLocks/>
          </p:cNvSpPr>
          <p:nvPr/>
        </p:nvSpPr>
        <p:spPr>
          <a:xfrm>
            <a:off x="1920240" y="3310128"/>
            <a:ext cx="1051560"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8A096"/>
                </a:solidFill>
                <a:effectLst/>
                <a:uLnTx/>
                <a:uFillTx/>
                <a:latin typeface="Arial"/>
                <a:ea typeface="+mn-ea"/>
                <a:cs typeface="+mn-cs"/>
              </a:rPr>
              <a:t>OpenAI</a:t>
            </a:r>
            <a:endParaRPr lang="en-US"/>
          </a:p>
        </p:txBody>
      </p:sp>
      <p:sp>
        <p:nvSpPr>
          <p:cNvPr id="10" name="TextBox 9"/>
          <p:cNvSpPr txBox="1">
            <a:spLocks/>
          </p:cNvSpPr>
          <p:nvPr/>
        </p:nvSpPr>
        <p:spPr>
          <a:xfrm>
            <a:off x="3127248" y="2825496"/>
            <a:ext cx="1051560"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8A096"/>
                </a:solidFill>
                <a:effectLst/>
                <a:uLnTx/>
                <a:uFillTx/>
                <a:latin typeface="Arial"/>
                <a:ea typeface="+mn-ea"/>
                <a:cs typeface="+mn-cs"/>
              </a:rPr>
              <a:t>Azure</a:t>
            </a:r>
            <a:endParaRPr lang="en-US"/>
          </a:p>
        </p:txBody>
      </p:sp>
      <p:sp>
        <p:nvSpPr>
          <p:cNvPr id="11" name="TextBox 10"/>
          <p:cNvSpPr txBox="1">
            <a:spLocks/>
          </p:cNvSpPr>
          <p:nvPr/>
        </p:nvSpPr>
        <p:spPr>
          <a:xfrm>
            <a:off x="2697480" y="3877056"/>
            <a:ext cx="1051560"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8A096"/>
                </a:solidFill>
                <a:effectLst/>
                <a:uLnTx/>
                <a:uFillTx/>
                <a:latin typeface="Arial"/>
                <a:ea typeface="+mn-ea"/>
                <a:cs typeface="+mn-cs"/>
              </a:rPr>
              <a:t>AWS / GCP</a:t>
            </a:r>
            <a:endParaRPr lang="en-US"/>
          </a:p>
        </p:txBody>
      </p:sp>
      <p:sp>
        <p:nvSpPr>
          <p:cNvPr id="12" name="TextBox 11"/>
          <p:cNvSpPr txBox="1">
            <a:spLocks/>
          </p:cNvSpPr>
          <p:nvPr/>
        </p:nvSpPr>
        <p:spPr>
          <a:xfrm>
            <a:off x="3694176" y="3273552"/>
            <a:ext cx="1051560"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8A096"/>
                </a:solidFill>
                <a:effectLst/>
                <a:uLnTx/>
                <a:uFillTx/>
                <a:latin typeface="Arial"/>
                <a:ea typeface="+mn-ea"/>
                <a:cs typeface="+mn-cs"/>
              </a:rPr>
              <a:t>Databricks</a:t>
            </a:r>
            <a:endParaRPr lang="en-US"/>
          </a:p>
        </p:txBody>
      </p:sp>
      <p:sp>
        <p:nvSpPr>
          <p:cNvPr id="13" name="TextBox 12"/>
          <p:cNvSpPr txBox="1">
            <a:spLocks/>
          </p:cNvSpPr>
          <p:nvPr/>
        </p:nvSpPr>
        <p:spPr>
          <a:xfrm>
            <a:off x="5522976" y="2286000"/>
            <a:ext cx="1051560"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F"/>
                </a:solidFill>
                <a:effectLst/>
                <a:uLnTx/>
                <a:uFillTx/>
                <a:latin typeface="Arial"/>
                <a:ea typeface="+mn-ea"/>
                <a:cs typeface="+mn-cs"/>
              </a:rPr>
              <a:t>Mistral Studio</a:t>
            </a:r>
            <a:endParaRPr lang="en-US"/>
          </a:p>
        </p:txBody>
      </p:sp>
      <p:sp>
        <p:nvSpPr>
          <p:cNvPr id="14" name="TextBox 13"/>
          <p:cNvSpPr txBox="1">
            <a:spLocks/>
          </p:cNvSpPr>
          <p:nvPr/>
        </p:nvSpPr>
        <p:spPr>
          <a:xfrm>
            <a:off x="7635240" y="2029968"/>
            <a:ext cx="329184"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500F"/>
                </a:solidFill>
                <a:effectLst/>
                <a:uLnTx/>
                <a:uFillTx/>
                <a:latin typeface="Arial"/>
                <a:ea typeface="+mn-ea"/>
                <a:cs typeface="+mn-cs"/>
              </a:rPr>
              <a:t>01</a:t>
            </a:r>
            <a:endParaRPr lang="en-US"/>
          </a:p>
        </p:txBody>
      </p:sp>
      <p:sp>
        <p:nvSpPr>
          <p:cNvPr id="15" name="TextBox 14"/>
          <p:cNvSpPr txBox="1">
            <a:spLocks/>
          </p:cNvSpPr>
          <p:nvPr/>
        </p:nvSpPr>
        <p:spPr>
          <a:xfrm>
            <a:off x="8019288" y="2029968"/>
            <a:ext cx="3273552" cy="5232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Freedom of location</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Deployment choice</a:t>
            </a:r>
            <a:endParaRPr lang="en-US"/>
          </a:p>
        </p:txBody>
      </p:sp>
      <p:sp>
        <p:nvSpPr>
          <p:cNvPr id="16" name="TextBox 15"/>
          <p:cNvSpPr txBox="1">
            <a:spLocks/>
          </p:cNvSpPr>
          <p:nvPr/>
        </p:nvSpPr>
        <p:spPr>
          <a:xfrm>
            <a:off x="8019288" y="2613070"/>
            <a:ext cx="3273552"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Managed cloud, national cloud, private network, or your own servers.</a:t>
            </a:r>
            <a:endParaRPr lang="en-US"/>
          </a:p>
        </p:txBody>
      </p:sp>
      <p:sp>
        <p:nvSpPr>
          <p:cNvPr id="17" name="TextBox 16"/>
          <p:cNvSpPr txBox="1">
            <a:spLocks/>
          </p:cNvSpPr>
          <p:nvPr/>
        </p:nvSpPr>
        <p:spPr>
          <a:xfrm>
            <a:off x="7635240" y="3246120"/>
            <a:ext cx="329184"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500F"/>
                </a:solidFill>
                <a:effectLst/>
                <a:uLnTx/>
                <a:uFillTx/>
                <a:latin typeface="Arial"/>
                <a:ea typeface="+mn-ea"/>
                <a:cs typeface="+mn-cs"/>
              </a:rPr>
              <a:t>02</a:t>
            </a:r>
            <a:endParaRPr lang="en-US"/>
          </a:p>
        </p:txBody>
      </p:sp>
      <p:sp>
        <p:nvSpPr>
          <p:cNvPr id="18" name="TextBox 17"/>
          <p:cNvSpPr txBox="1">
            <a:spLocks/>
          </p:cNvSpPr>
          <p:nvPr/>
        </p:nvSpPr>
        <p:spPr>
          <a:xfrm>
            <a:off x="8019288" y="3246120"/>
            <a:ext cx="3273552"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Dependable in production</a:t>
            </a:r>
            <a:endParaRPr lang="en-US"/>
          </a:p>
        </p:txBody>
      </p:sp>
      <p:sp>
        <p:nvSpPr>
          <p:cNvPr id="19" name="TextBox 18"/>
          <p:cNvSpPr txBox="1">
            <a:spLocks/>
          </p:cNvSpPr>
          <p:nvPr/>
        </p:nvSpPr>
        <p:spPr>
          <a:xfrm>
            <a:off x="8019288" y="3567612"/>
            <a:ext cx="3273552"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Retries, tracking, automatic scoring, versioning, and rollback.</a:t>
            </a:r>
            <a:endParaRPr lang="en-US"/>
          </a:p>
        </p:txBody>
      </p:sp>
      <p:sp>
        <p:nvSpPr>
          <p:cNvPr id="20" name="TextBox 19"/>
          <p:cNvSpPr txBox="1">
            <a:spLocks/>
          </p:cNvSpPr>
          <p:nvPr/>
        </p:nvSpPr>
        <p:spPr>
          <a:xfrm>
            <a:off x="7635240" y="4462272"/>
            <a:ext cx="329184"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500F"/>
                </a:solidFill>
                <a:effectLst/>
                <a:uLnTx/>
                <a:uFillTx/>
                <a:latin typeface="Arial"/>
                <a:ea typeface="+mn-ea"/>
                <a:cs typeface="+mn-cs"/>
              </a:rPr>
              <a:t>03</a:t>
            </a:r>
            <a:endParaRPr lang="en-US"/>
          </a:p>
        </p:txBody>
      </p:sp>
      <p:sp>
        <p:nvSpPr>
          <p:cNvPr id="21" name="TextBox 20"/>
          <p:cNvSpPr txBox="1">
            <a:spLocks/>
          </p:cNvSpPr>
          <p:nvPr/>
        </p:nvSpPr>
        <p:spPr>
          <a:xfrm>
            <a:off x="8019288" y="4462272"/>
            <a:ext cx="3273552" cy="55399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AFAF4"/>
                </a:solidFill>
                <a:effectLst/>
                <a:uLnTx/>
                <a:uFillTx/>
                <a:latin typeface="Arial"/>
                <a:ea typeface="+mn-ea"/>
                <a:cs typeface="+mn-cs"/>
              </a:rPr>
              <a:t>Integrated products</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AFAF4"/>
                </a:solidFill>
                <a:effectLst/>
                <a:uLnTx/>
                <a:uFillTx/>
                <a:latin typeface="Arial"/>
                <a:ea typeface="+mn-ea"/>
                <a:cs typeface="+mn-cs"/>
              </a:rPr>
              <a:t>Efficient by design</a:t>
            </a:r>
            <a:endParaRPr lang="en-US"/>
          </a:p>
        </p:txBody>
      </p:sp>
      <p:sp>
        <p:nvSpPr>
          <p:cNvPr id="22" name="TextBox 21"/>
          <p:cNvSpPr txBox="1">
            <a:spLocks/>
          </p:cNvSpPr>
          <p:nvPr/>
        </p:nvSpPr>
        <p:spPr>
          <a:xfrm>
            <a:off x="8019288" y="5156096"/>
            <a:ext cx="3273552"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Studio, Mistral models, and Forge tuning built together.</a:t>
            </a:r>
            <a:endParaRPr lang="en-US"/>
          </a:p>
        </p:txBody>
      </p:sp>
      <p:sp>
        <p:nvSpPr>
          <p:cNvPr id="25" name="TextBox 24"/>
          <p:cNvSpPr txBox="1">
            <a:spLocks/>
          </p:cNvSpPr>
          <p:nvPr/>
        </p:nvSpPr>
        <p:spPr>
          <a:xfrm>
            <a:off x="566928" y="6400800"/>
            <a:ext cx="10469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A096"/>
                </a:solidFill>
                <a:effectLst/>
                <a:uLnTx/>
                <a:uFillTx/>
                <a:latin typeface="Arial"/>
                <a:ea typeface="+mn-ea"/>
                <a:cs typeface="+mn-cs"/>
              </a:rPr>
              <a:t>Placement is illustrative and rank-based, not benchmarked; Forge = Mistral’s model tuning service. </a:t>
            </a:r>
            <a:endParaRPr lang="en-US"/>
          </a:p>
        </p:txBody>
      </p:sp>
      <p:sp>
        <p:nvSpPr>
          <p:cNvPr id="26" name="TextBox 25"/>
          <p:cNvSpPr txBox="1">
            <a:spLocks/>
          </p:cNvSpPr>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04</a:t>
            </a:r>
            <a:endParaRPr lang="en-US"/>
          </a:p>
        </p:txBody>
      </p:sp>
      <p:pic>
        <p:nvPicPr>
          <p:cNvPr id="27" name="Official Mistral footer symbol">
            <a:extLst>
              <a:ext uri="{C183D7F6-B498-43B3-948B-1728B52AA6E4}">
                <adec:decorative xmlns:adec="http://schemas.microsoft.com/office/drawing/2017/decorative" val="1"/>
              </a:ext>
            </a:extLst>
          </p:cNvPr>
          <p:cNvPicPr>
            <a:picLocks noChangeAspect="1"/>
          </p:cNvPicPr>
          <p:nvPr/>
        </p:nvPicPr>
        <p:blipFill>
          <a:blip r:embed="rId4"/>
          <a:srcRect/>
          <a:stretch>
            <a:fillRect/>
          </a:stretch>
        </p:blipFill>
        <p:spPr>
          <a:xfrm>
            <a:off x="11594592" y="6400800"/>
            <a:ext cx="228600" cy="163413"/>
          </a:xfrm>
          <a:prstGeom prst="rect">
            <a:avLst/>
          </a:prstGeom>
        </p:spPr>
      </p:pic>
      <p:pic>
        <p:nvPicPr>
          <p:cNvPr id="28" name="Official Mistral header symbol" descr="image.png"/>
          <p:cNvPicPr>
            <a:picLocks noChangeAspect="1"/>
          </p:cNvPicPr>
          <p:nvPr/>
        </p:nvPicPr>
        <p:blipFill>
          <a:blip r:embed="rId4"/>
          <a:stretch>
            <a:fillRect/>
          </a:stretch>
        </p:blipFill>
        <p:spPr>
          <a:xfrm>
            <a:off x="182880" y="182880"/>
            <a:ext cx="228600" cy="1634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pic>
        <p:nvPicPr>
          <p:cNvPr id="31"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sp>
        <p:nvSpPr>
          <p:cNvPr id="32" name="TextBox 31"/>
          <p:cNvSpPr txBox="1"/>
          <p:nvPr/>
        </p:nvSpPr>
        <p:spPr>
          <a:xfrm>
            <a:off x="621792" y="221462"/>
            <a:ext cx="9326880"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4B00"/>
                </a:solidFill>
                <a:effectLst/>
                <a:uLnTx/>
                <a:uFillTx/>
                <a:latin typeface="Arial"/>
                <a:ea typeface="+mn-ea"/>
                <a:cs typeface="+mn-cs"/>
              </a:rPr>
              <a:t>MESSAGING ARCHITECTURE  ·  PROSUMER + ENTERPRISE</a:t>
            </a:r>
          </a:p>
        </p:txBody>
      </p:sp>
      <p:sp>
        <p:nvSpPr>
          <p:cNvPr id="33" name="Title 32"/>
          <p:cNvSpPr txBox="1">
            <a:spLocks noGrp="1"/>
          </p:cNvSpPr>
          <p:nvPr>
            <p:ph type="title"/>
          </p:nvPr>
        </p:nvSpPr>
        <p:spPr>
          <a:xfrm>
            <a:off x="566928" y="594360"/>
            <a:ext cx="11018520" cy="53860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FAFAF4"/>
                </a:solidFill>
                <a:effectLst/>
                <a:uLnTx/>
                <a:uFillTx/>
                <a:latin typeface="Arial"/>
                <a:ea typeface="+mn-ea"/>
                <a:cs typeface="+mn-cs"/>
              </a:rPr>
              <a:t>One trusted record serves both buyers.</a:t>
            </a:r>
            <a:endParaRPr lang="en-US"/>
          </a:p>
        </p:txBody>
      </p:sp>
      <p:sp>
        <p:nvSpPr>
          <p:cNvPr id="34" name="TextBox 33"/>
          <p:cNvSpPr txBox="1"/>
          <p:nvPr/>
        </p:nvSpPr>
        <p:spPr>
          <a:xfrm>
            <a:off x="566928" y="1133856"/>
            <a:ext cx="109728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One category claim becomes buyer-specific proof, objections, and action.</a:t>
            </a:r>
            <a:endParaRPr lang="en-US"/>
          </a:p>
        </p:txBody>
      </p:sp>
      <p:cxnSp>
        <p:nvCxnSpPr>
          <p:cNvPr id="35" name="Connector 34"/>
          <p:cNvCxnSpPr/>
          <p:nvPr/>
        </p:nvCxnSpPr>
        <p:spPr>
          <a:xfrm>
            <a:off x="566928" y="1481328"/>
            <a:ext cx="11045952" cy="0"/>
          </a:xfrm>
          <a:prstGeom prst="line">
            <a:avLst/>
          </a:prstGeom>
          <a:ln w="10160">
            <a:solidFill>
              <a:srgbClr val="FA500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928" y="2267712"/>
            <a:ext cx="1389888"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AF00"/>
                </a:solidFill>
                <a:effectLst/>
                <a:uLnTx/>
                <a:uFillTx/>
                <a:latin typeface="Arial"/>
                <a:ea typeface="+mn-ea"/>
                <a:cs typeface="+mn-cs"/>
              </a:rPr>
              <a:t>PROSUMER  ·  INDIVIDUAL BUILDER</a:t>
            </a:r>
            <a:endParaRPr lang="en-US"/>
          </a:p>
        </p:txBody>
      </p:sp>
      <p:sp>
        <p:nvSpPr>
          <p:cNvPr id="37" name="TextBox 36"/>
          <p:cNvSpPr txBox="1"/>
          <p:nvPr/>
        </p:nvSpPr>
        <p:spPr>
          <a:xfrm>
            <a:off x="2103120" y="2249424"/>
            <a:ext cx="2276856"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Idea to working app in one sitting.</a:t>
            </a:r>
            <a:endParaRPr lang="en-US"/>
          </a:p>
        </p:txBody>
      </p:sp>
      <p:sp>
        <p:nvSpPr>
          <p:cNvPr id="40" name="TextBox 39"/>
          <p:cNvSpPr txBox="1"/>
          <p:nvPr/>
        </p:nvSpPr>
        <p:spPr>
          <a:xfrm>
            <a:off x="4507992" y="2249424"/>
            <a:ext cx="2276856"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First call in under 5 minutes  ·  copyable code in Python, JS, cURL  ·  prompts and models stay portable</a:t>
            </a:r>
            <a:endParaRPr lang="en-US"/>
          </a:p>
        </p:txBody>
      </p:sp>
      <p:cxnSp>
        <p:nvCxnSpPr>
          <p:cNvPr id="41" name="Connector 40"/>
          <p:cNvCxnSpPr/>
          <p:nvPr/>
        </p:nvCxnSpPr>
        <p:spPr>
          <a:xfrm>
            <a:off x="4443984" y="2249424"/>
            <a:ext cx="0" cy="285292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912864" y="2249424"/>
            <a:ext cx="2276856"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“Will I get locked in?” → open weights, plus an exit path for prompts, configs, and models</a:t>
            </a:r>
            <a:endParaRPr lang="en-US"/>
          </a:p>
        </p:txBody>
      </p:sp>
      <p:cxnSp>
        <p:nvCxnSpPr>
          <p:cNvPr id="45" name="Connector 44"/>
          <p:cNvCxnSpPr/>
          <p:nvPr/>
        </p:nvCxnSpPr>
        <p:spPr>
          <a:xfrm>
            <a:off x="566928" y="3730752"/>
            <a:ext cx="11055096" cy="0"/>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66928" y="3840480"/>
            <a:ext cx="1389888" cy="5486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ENTERPRISE  ·  REGULATED BUYER</a:t>
            </a:r>
          </a:p>
        </p:txBody>
      </p:sp>
      <p:sp>
        <p:nvSpPr>
          <p:cNvPr id="47" name="TextBox 46"/>
          <p:cNvSpPr txBox="1"/>
          <p:nvPr/>
        </p:nvSpPr>
        <p:spPr>
          <a:xfrm>
            <a:off x="2103120" y="3822192"/>
            <a:ext cx="2276856"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Run AI in production without losing control.</a:t>
            </a:r>
            <a:endParaRPr lang="en-US"/>
          </a:p>
        </p:txBody>
      </p:sp>
      <p:sp>
        <p:nvSpPr>
          <p:cNvPr id="50" name="TextBox 49"/>
          <p:cNvSpPr txBox="1"/>
          <p:nvPr/>
        </p:nvSpPr>
        <p:spPr>
          <a:xfrm>
            <a:off x="4507992" y="3822192"/>
            <a:ext cx="2276856"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Hybrid, dedicated, or self-hosted  ·  Evidence Card per workload  ·  every trace resolves to a version</a:t>
            </a:r>
            <a:endParaRPr lang="en-US"/>
          </a:p>
        </p:txBody>
      </p:sp>
      <p:cxnSp>
        <p:nvCxnSpPr>
          <p:cNvPr id="51" name="Connector 50"/>
          <p:cNvCxnSpPr/>
          <p:nvPr/>
        </p:nvCxnSpPr>
        <p:spPr>
          <a:xfrm>
            <a:off x="6848856" y="2249424"/>
            <a:ext cx="0" cy="285292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912864" y="3822192"/>
            <a:ext cx="2276856"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“Prove what ran.” → exportable audit record, versioned rollback, stated retention rules</a:t>
            </a:r>
            <a:endParaRPr lang="en-US"/>
          </a:p>
        </p:txBody>
      </p:sp>
      <p:cxnSp>
        <p:nvCxnSpPr>
          <p:cNvPr id="55" name="Connector 54"/>
          <p:cNvCxnSpPr/>
          <p:nvPr/>
        </p:nvCxnSpPr>
        <p:spPr>
          <a:xfrm>
            <a:off x="566928" y="5230368"/>
            <a:ext cx="11055096" cy="0"/>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66928" y="5340096"/>
            <a:ext cx="1389888"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8205"/>
                </a:solidFill>
                <a:effectLst/>
                <a:uLnTx/>
                <a:uFillTx/>
                <a:latin typeface="Arial"/>
                <a:ea typeface="+mn-ea"/>
                <a:cs typeface="+mn-cs"/>
              </a:rPr>
              <a:t>TRANSLATION RULE  ·  FEATURE → BENEFIT</a:t>
            </a:r>
          </a:p>
        </p:txBody>
      </p:sp>
      <p:sp>
        <p:nvSpPr>
          <p:cNvPr id="57" name="TextBox 56"/>
          <p:cNvSpPr txBox="1"/>
          <p:nvPr/>
        </p:nvSpPr>
        <p:spPr>
          <a:xfrm>
            <a:off x="2103120" y="5340096"/>
            <a:ext cx="2276856"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Never sell the mechanism. Sell what it removes.</a:t>
            </a:r>
            <a:endParaRPr lang="en-US"/>
          </a:p>
        </p:txBody>
      </p:sp>
      <p:sp>
        <p:nvSpPr>
          <p:cNvPr id="59" name="TextBox 58"/>
          <p:cNvSpPr txBox="1"/>
          <p:nvPr/>
        </p:nvSpPr>
        <p:spPr>
          <a:xfrm>
            <a:off x="4507992" y="5340096"/>
            <a:ext cx="2276856" cy="182880"/>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AFAF4"/>
                </a:solidFill>
                <a:effectLst/>
                <a:uLnTx/>
                <a:uFillTx/>
                <a:latin typeface="Arial"/>
                <a:ea typeface="+mn-ea"/>
                <a:cs typeface="+mn-cs"/>
              </a:rPr>
              <a:t>Worked examples</a:t>
            </a:r>
            <a:endParaRPr lang="en-US"/>
          </a:p>
        </p:txBody>
      </p:sp>
      <p:sp>
        <p:nvSpPr>
          <p:cNvPr id="60" name="TextBox 59"/>
          <p:cNvSpPr txBox="1"/>
          <p:nvPr/>
        </p:nvSpPr>
        <p:spPr>
          <a:xfrm>
            <a:off x="4507992" y="5541264"/>
            <a:ext cx="2276856"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Traces → prove what ran  ·  regional endpoints → data stays in policy  ·  evaluations → no regressions on ship</a:t>
            </a:r>
            <a:endParaRPr lang="en-US"/>
          </a:p>
        </p:txBody>
      </p:sp>
      <p:cxnSp>
        <p:nvCxnSpPr>
          <p:cNvPr id="61" name="Connector 60"/>
          <p:cNvCxnSpPr/>
          <p:nvPr/>
        </p:nvCxnSpPr>
        <p:spPr>
          <a:xfrm>
            <a:off x="9253728" y="2249424"/>
            <a:ext cx="0" cy="285292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912864" y="5340096"/>
            <a:ext cx="2276856" cy="12311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AFAF4"/>
                </a:solidFill>
                <a:effectLst/>
                <a:uLnTx/>
                <a:uFillTx/>
                <a:latin typeface="Arial"/>
                <a:ea typeface="+mn-ea"/>
                <a:cs typeface="+mn-cs"/>
              </a:rPr>
              <a:t>Message discipline</a:t>
            </a:r>
            <a:endParaRPr lang="en-US"/>
          </a:p>
        </p:txBody>
      </p:sp>
      <p:sp>
        <p:nvSpPr>
          <p:cNvPr id="64" name="TextBox 63"/>
          <p:cNvSpPr txBox="1"/>
          <p:nvPr/>
        </p:nvSpPr>
        <p:spPr>
          <a:xfrm>
            <a:off x="6912864" y="5541264"/>
            <a:ext cx="2276856"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One claim per asset  ·  benefit before mechanism  ·  no unmeasured claims  ·  refresh on battlecard change</a:t>
            </a:r>
            <a:endParaRPr lang="en-US"/>
          </a:p>
        </p:txBody>
      </p:sp>
      <p:sp>
        <p:nvSpPr>
          <p:cNvPr id="66" name="TextBox 65"/>
          <p:cNvSpPr txBox="1"/>
          <p:nvPr/>
        </p:nvSpPr>
        <p:spPr>
          <a:xfrm>
            <a:off x="566928" y="6400800"/>
            <a:ext cx="10469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A096"/>
                </a:solidFill>
                <a:effectLst/>
                <a:uLnTx/>
                <a:uFillTx/>
                <a:latin typeface="Arial"/>
                <a:ea typeface="+mn-ea"/>
                <a:cs typeface="+mn-cs"/>
              </a:rPr>
              <a:t>Messaging examples are proposed positioning language, not current Mistral copy.</a:t>
            </a:r>
            <a:endParaRPr lang="en-US"/>
          </a:p>
        </p:txBody>
      </p:sp>
      <p:sp>
        <p:nvSpPr>
          <p:cNvPr id="67" name="TextBox 66"/>
          <p:cNvSpPr txBox="1"/>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05</a:t>
            </a:r>
            <a:endParaRPr lang="en-US"/>
          </a:p>
        </p:txBody>
      </p:sp>
      <p:sp>
        <p:nvSpPr>
          <p:cNvPr id="300" name="Stage 300"/>
          <p:cNvSpPr/>
          <p:nvPr/>
        </p:nvSpPr>
        <p:spPr>
          <a:xfrm>
            <a:off x="2103120" y="1719072"/>
            <a:ext cx="2359152" cy="310896"/>
          </a:xfrm>
          <a:prstGeom prst="homePlate">
            <a:avLst>
              <a:gd name="adj" fmla="val 14000"/>
            </a:avLst>
          </a:prstGeom>
          <a:solidFill>
            <a:srgbClr val="3E362E"/>
          </a:solidFill>
        </p:spPr>
        <p:txBody>
          <a:bodyPr wrap="square" lIns="45720" tIns="0" rIns="45720" bIns="0" anchor="ctr"/>
          <a:lstStyle/>
          <a:p>
            <a:pPr algn="ctr">
              <a:buNone/>
            </a:pPr>
            <a:r>
              <a:rPr lang="en-US" sz="1000" b="1">
                <a:solidFill>
                  <a:srgbClr val="FFAF00"/>
                </a:solidFill>
                <a:latin typeface="Arial"/>
              </a:rPr>
              <a:t>BENEFIT</a:t>
            </a:r>
          </a:p>
        </p:txBody>
      </p:sp>
      <p:sp>
        <p:nvSpPr>
          <p:cNvPr id="301" name="Stage 301"/>
          <p:cNvSpPr/>
          <p:nvPr/>
        </p:nvSpPr>
        <p:spPr>
          <a:xfrm>
            <a:off x="4507992" y="1719072"/>
            <a:ext cx="2359152" cy="310896"/>
          </a:xfrm>
          <a:prstGeom prst="chevron">
            <a:avLst>
              <a:gd name="adj" fmla="val 14000"/>
            </a:avLst>
          </a:prstGeom>
          <a:solidFill>
            <a:srgbClr val="3E362E"/>
          </a:solidFill>
        </p:spPr>
        <p:txBody>
          <a:bodyPr wrap="square" lIns="45720" tIns="0" rIns="45720" bIns="0" anchor="ctr"/>
          <a:lstStyle/>
          <a:p>
            <a:pPr algn="ctr">
              <a:buNone/>
            </a:pPr>
            <a:r>
              <a:rPr lang="en-US" sz="1000" b="1">
                <a:solidFill>
                  <a:srgbClr val="FFAF00"/>
                </a:solidFill>
                <a:latin typeface="Arial"/>
              </a:rPr>
              <a:t>PROOF POINTS</a:t>
            </a:r>
          </a:p>
        </p:txBody>
      </p:sp>
      <p:sp>
        <p:nvSpPr>
          <p:cNvPr id="302" name="Stage 302"/>
          <p:cNvSpPr/>
          <p:nvPr/>
        </p:nvSpPr>
        <p:spPr>
          <a:xfrm>
            <a:off x="6912864" y="1719072"/>
            <a:ext cx="2359152" cy="310896"/>
          </a:xfrm>
          <a:prstGeom prst="chevron">
            <a:avLst>
              <a:gd name="adj" fmla="val 14000"/>
            </a:avLst>
          </a:prstGeom>
          <a:solidFill>
            <a:srgbClr val="3E362E"/>
          </a:solidFill>
        </p:spPr>
        <p:txBody>
          <a:bodyPr wrap="square" lIns="45720" tIns="0" rIns="45720" bIns="0" anchor="ctr"/>
          <a:lstStyle/>
          <a:p>
            <a:pPr algn="ctr">
              <a:buNone/>
            </a:pPr>
            <a:r>
              <a:rPr lang="en-US" sz="1000" b="1">
                <a:solidFill>
                  <a:srgbClr val="FFAF00"/>
                </a:solidFill>
                <a:latin typeface="Arial"/>
              </a:rPr>
              <a:t>OBJECTION → ANSWER</a:t>
            </a:r>
          </a:p>
        </p:txBody>
      </p:sp>
      <p:sp>
        <p:nvSpPr>
          <p:cNvPr id="303" name="Stage 303"/>
          <p:cNvSpPr/>
          <p:nvPr/>
        </p:nvSpPr>
        <p:spPr>
          <a:xfrm>
            <a:off x="9317736" y="1719072"/>
            <a:ext cx="2359152" cy="310896"/>
          </a:xfrm>
          <a:prstGeom prst="chevron">
            <a:avLst>
              <a:gd name="adj" fmla="val 14000"/>
            </a:avLst>
          </a:prstGeom>
          <a:solidFill>
            <a:srgbClr val="3E362E"/>
          </a:solidFill>
        </p:spPr>
        <p:txBody>
          <a:bodyPr wrap="square" lIns="45720" tIns="0" rIns="45720" bIns="0" anchor="ctr"/>
          <a:lstStyle/>
          <a:p>
            <a:pPr algn="ctr">
              <a:buNone/>
            </a:pPr>
            <a:r>
              <a:rPr lang="en-US" sz="1000" b="1">
                <a:solidFill>
                  <a:srgbClr val="FFAF00"/>
                </a:solidFill>
                <a:latin typeface="Arial"/>
              </a:rPr>
              <a:t>CALL TO ACTION</a:t>
            </a:r>
          </a:p>
        </p:txBody>
      </p:sp>
      <p:cxnSp>
        <p:nvCxnSpPr>
          <p:cNvPr id="201" name="Merged 201"/>
          <p:cNvCxnSpPr/>
          <p:nvPr/>
        </p:nvCxnSpPr>
        <p:spPr>
          <a:xfrm>
            <a:off x="566928" y="2121408"/>
            <a:ext cx="11055096" cy="0"/>
          </a:xfrm>
          <a:prstGeom prst="line">
            <a:avLst/>
          </a:prstGeom>
          <a:ln w="17780">
            <a:solidFill>
              <a:srgbClr val="FA500F"/>
            </a:solidFill>
          </a:ln>
        </p:spPr>
        <p:style>
          <a:lnRef idx="2">
            <a:schemeClr val="accent1"/>
          </a:lnRef>
          <a:fillRef idx="0">
            <a:schemeClr val="accent1"/>
          </a:fillRef>
          <a:effectRef idx="1">
            <a:schemeClr val="accent1"/>
          </a:effectRef>
          <a:fontRef idx="minor">
            <a:schemeClr val="tx1"/>
          </a:fontRef>
        </p:style>
      </p:cxnSp>
      <p:sp>
        <p:nvSpPr>
          <p:cNvPr id="203" name="Merged 203"/>
          <p:cNvSpPr txBox="1"/>
          <p:nvPr/>
        </p:nvSpPr>
        <p:spPr>
          <a:xfrm>
            <a:off x="9317736" y="2249424"/>
            <a:ext cx="2276856" cy="1325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AFAF4"/>
                </a:solidFill>
                <a:effectLst/>
                <a:uLnTx/>
                <a:uFillTx/>
                <a:latin typeface="Arial"/>
                <a:ea typeface="+mn-ea"/>
                <a:cs typeface="+mn-cs"/>
              </a:rPr>
              <a:t>Free sign-up → first working build on day 1 → second seat invited → team workspace</a:t>
            </a:r>
            <a:endParaRPr kumimoji="0" lang="en-US" sz="1400" b="0" i="0" u="none" strike="noStrike" kern="1200" cap="none" spc="0" normalizeH="0" baseline="0" noProof="0">
              <a:ln>
                <a:noFill/>
              </a:ln>
              <a:solidFill>
                <a:srgbClr val="FAFAF4"/>
              </a:solidFill>
              <a:effectLst/>
              <a:uLnTx/>
              <a:uFillTx/>
              <a:latin typeface="Arial"/>
              <a:ea typeface="+mn-ea"/>
              <a:cs typeface="+mn-cs"/>
            </a:endParaRPr>
          </a:p>
        </p:txBody>
      </p:sp>
      <p:sp>
        <p:nvSpPr>
          <p:cNvPr id="205" name="Merged 205"/>
          <p:cNvSpPr txBox="1"/>
          <p:nvPr/>
        </p:nvSpPr>
        <p:spPr>
          <a:xfrm>
            <a:off x="9317736" y="3822192"/>
            <a:ext cx="2276856" cy="1325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AFAF4"/>
                </a:solidFill>
                <a:effectLst/>
                <a:uLnTx/>
                <a:uFillTx/>
                <a:latin typeface="Arial"/>
                <a:ea typeface="+mn-ea"/>
                <a:cs typeface="+mn-cs"/>
              </a:rPr>
              <a:t>Structured POC on one workload → Evidence Card review → production approval → expansion</a:t>
            </a:r>
            <a:endParaRPr kumimoji="0" lang="en-US" sz="1400" b="0" i="0" u="none" strike="noStrike" kern="1200" cap="none" spc="0" normalizeH="0" baseline="0" noProof="0">
              <a:ln>
                <a:noFill/>
              </a:ln>
              <a:solidFill>
                <a:srgbClr val="FAFAF4"/>
              </a:solidFill>
              <a:effectLst/>
              <a:uLnTx/>
              <a:uFillTx/>
              <a:latin typeface="Arial"/>
              <a:ea typeface="+mn-ea"/>
              <a:cs typeface="+mn-cs"/>
            </a:endParaRPr>
          </a:p>
        </p:txBody>
      </p:sp>
      <p:sp>
        <p:nvSpPr>
          <p:cNvPr id="206" name="Merged 206"/>
          <p:cNvSpPr txBox="1"/>
          <p:nvPr/>
        </p:nvSpPr>
        <p:spPr>
          <a:xfrm>
            <a:off x="9317736" y="5340096"/>
            <a:ext cx="2276856" cy="12311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AF00"/>
                </a:solidFill>
                <a:effectLst/>
                <a:uLnTx/>
                <a:uFillTx/>
                <a:latin typeface="Arial"/>
                <a:ea typeface="+mn-ea"/>
                <a:cs typeface="+mn-cs"/>
              </a:rPr>
              <a:t>PRIMARY MEASURE  ·  Message adoption</a:t>
            </a:r>
            <a:endParaRPr lang="en-US"/>
          </a:p>
        </p:txBody>
      </p:sp>
      <p:sp>
        <p:nvSpPr>
          <p:cNvPr id="207" name="Merged 207"/>
          <p:cNvSpPr txBox="1"/>
          <p:nvPr/>
        </p:nvSpPr>
        <p:spPr>
          <a:xfrm>
            <a:off x="9317736" y="5541264"/>
            <a:ext cx="2276856"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Gate  ·  no new claim ships without a proof point attached.</a:t>
            </a:r>
            <a:endParaRPr kumimoji="0" lang="en-US" sz="1600" b="1" i="0" u="none" strike="noStrike" kern="1200" cap="none" spc="0" normalizeH="0" baseline="0" noProof="0">
              <a:ln>
                <a:noFill/>
              </a:ln>
              <a:solidFill>
                <a:srgbClr val="FAFAF4"/>
              </a:solidFill>
              <a:effectLst/>
              <a:uLnTx/>
              <a:uFillTx/>
              <a:latin typeface="Arial"/>
              <a:ea typeface="+mn-ea"/>
              <a:cs typeface="+mn-cs"/>
            </a:endParaRPr>
          </a:p>
        </p:txBody>
      </p:sp>
      <p:pic>
        <p:nvPicPr>
          <p:cNvPr id="304"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sp>
        <p:nvSpPr>
          <p:cNvPr id="32" name="TextBox 31"/>
          <p:cNvSpPr txBox="1"/>
          <p:nvPr/>
        </p:nvSpPr>
        <p:spPr>
          <a:xfrm>
            <a:off x="621792" y="221462"/>
            <a:ext cx="9326880"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4B00"/>
                </a:solidFill>
                <a:effectLst/>
                <a:uLnTx/>
                <a:uFillTx/>
                <a:latin typeface="Arial"/>
                <a:ea typeface="+mn-ea"/>
                <a:cs typeface="+mn-cs"/>
              </a:rPr>
              <a:t>DECISION SEQUENCE  ·  90-DAY GANTT</a:t>
            </a:r>
          </a:p>
        </p:txBody>
      </p:sp>
      <p:sp>
        <p:nvSpPr>
          <p:cNvPr id="33" name="Title 32"/>
          <p:cNvSpPr txBox="1">
            <a:spLocks noGrp="1"/>
          </p:cNvSpPr>
          <p:nvPr>
            <p:ph type="title"/>
          </p:nvPr>
        </p:nvSpPr>
        <p:spPr>
          <a:xfrm>
            <a:off x="566928" y="594360"/>
            <a:ext cx="11018520" cy="53860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FAFAF4"/>
                </a:solidFill>
                <a:effectLst/>
                <a:uLnTx/>
                <a:uFillTx/>
                <a:latin typeface="Arial"/>
                <a:ea typeface="+mn-ea"/>
                <a:cs typeface="+mn-cs"/>
              </a:rPr>
              <a:t>Prove control before scaling demand.</a:t>
            </a:r>
            <a:endParaRPr lang="en-US"/>
          </a:p>
        </p:txBody>
      </p:sp>
      <p:sp>
        <p:nvSpPr>
          <p:cNvPr id="34" name="TextBox 33"/>
          <p:cNvSpPr txBox="1"/>
          <p:nvPr/>
        </p:nvSpPr>
        <p:spPr>
          <a:xfrm>
            <a:off x="566928" y="1133856"/>
            <a:ext cx="109728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Six moves, three waves, one funding gate. Waves 1 and 2 need no engineering.</a:t>
            </a:r>
            <a:endParaRPr lang="en-US"/>
          </a:p>
        </p:txBody>
      </p:sp>
      <p:cxnSp>
        <p:nvCxnSpPr>
          <p:cNvPr id="35" name="Connector 34"/>
          <p:cNvCxnSpPr/>
          <p:nvPr/>
        </p:nvCxnSpPr>
        <p:spPr>
          <a:xfrm>
            <a:off x="566928" y="1481328"/>
            <a:ext cx="11045952" cy="0"/>
          </a:xfrm>
          <a:prstGeom prst="line">
            <a:avLst/>
          </a:prstGeom>
          <a:ln w="10160">
            <a:solidFill>
              <a:srgbClr val="FA500F"/>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300000" y="1740000"/>
            <a:ext cx="2650000" cy="153888"/>
          </a:xfrm>
          <a:prstGeom prst="rect">
            <a:avLst/>
          </a:prstGeom>
          <a:noFill/>
        </p:spPr>
        <p:txBody>
          <a:bodyPr wrap="square" lIns="0" tIns="0" rIns="0" bIns="0">
            <a:spAutoFit/>
          </a:bodyPr>
          <a:lstStyle/>
          <a:p>
            <a:r>
              <a:rPr lang="en-US" sz="1000" b="1">
                <a:solidFill>
                  <a:srgbClr val="FA500F"/>
                </a:solidFill>
                <a:latin typeface="Arial"/>
              </a:rPr>
              <a:t>WAVE 1  ·  ALIGN + MEASURE</a:t>
            </a:r>
            <a:endParaRPr lang="en-US"/>
          </a:p>
        </p:txBody>
      </p:sp>
      <p:sp>
        <p:nvSpPr>
          <p:cNvPr id="69" name="TextBox 68"/>
          <p:cNvSpPr txBox="1"/>
          <p:nvPr/>
        </p:nvSpPr>
        <p:spPr>
          <a:xfrm>
            <a:off x="6038333" y="1740000"/>
            <a:ext cx="2561666" cy="153888"/>
          </a:xfrm>
          <a:prstGeom prst="rect">
            <a:avLst/>
          </a:prstGeom>
          <a:noFill/>
        </p:spPr>
        <p:txBody>
          <a:bodyPr wrap="square" lIns="0" tIns="0" rIns="0" bIns="0">
            <a:spAutoFit/>
          </a:bodyPr>
          <a:lstStyle/>
          <a:p>
            <a:r>
              <a:rPr lang="en-US" sz="1000" b="1">
                <a:solidFill>
                  <a:srgbClr val="FA500F"/>
                </a:solidFill>
                <a:latin typeface="Arial"/>
              </a:rPr>
              <a:t>WAVE 2  ·  TEST + PREPARE</a:t>
            </a:r>
            <a:endParaRPr lang="en-US"/>
          </a:p>
        </p:txBody>
      </p:sp>
      <p:sp>
        <p:nvSpPr>
          <p:cNvPr id="70" name="TextBox 69"/>
          <p:cNvSpPr txBox="1"/>
          <p:nvPr/>
        </p:nvSpPr>
        <p:spPr>
          <a:xfrm>
            <a:off x="8688333" y="1740000"/>
            <a:ext cx="2561666" cy="153888"/>
          </a:xfrm>
          <a:prstGeom prst="rect">
            <a:avLst/>
          </a:prstGeom>
          <a:noFill/>
        </p:spPr>
        <p:txBody>
          <a:bodyPr wrap="square" lIns="0" tIns="0" rIns="0" bIns="0">
            <a:spAutoFit/>
          </a:bodyPr>
          <a:lstStyle/>
          <a:p>
            <a:r>
              <a:rPr lang="en-US" sz="1000" b="1">
                <a:solidFill>
                  <a:srgbClr val="FA500F"/>
                </a:solidFill>
                <a:latin typeface="Arial"/>
              </a:rPr>
              <a:t>WAVE 3  ·  APPLY + LEARN</a:t>
            </a:r>
            <a:endParaRPr lang="en-US"/>
          </a:p>
        </p:txBody>
      </p:sp>
      <p:sp>
        <p:nvSpPr>
          <p:cNvPr id="71" name="Rectangle 70"/>
          <p:cNvSpPr/>
          <p:nvPr/>
        </p:nvSpPr>
        <p:spPr>
          <a:xfrm>
            <a:off x="3300000" y="1980000"/>
            <a:ext cx="9525" cy="3080000"/>
          </a:xfrm>
          <a:prstGeom prst="rect">
            <a:avLst/>
          </a:prstGeom>
          <a:solidFill>
            <a:srgbClr val="3E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TextBox 71"/>
          <p:cNvSpPr txBox="1"/>
          <p:nvPr/>
        </p:nvSpPr>
        <p:spPr>
          <a:xfrm>
            <a:off x="3050000" y="5120000"/>
            <a:ext cx="500000" cy="153888"/>
          </a:xfrm>
          <a:prstGeom prst="rect">
            <a:avLst/>
          </a:prstGeom>
          <a:noFill/>
        </p:spPr>
        <p:txBody>
          <a:bodyPr wrap="square" lIns="0" tIns="0" rIns="0" bIns="0">
            <a:spAutoFit/>
          </a:bodyPr>
          <a:lstStyle/>
          <a:p>
            <a:pPr algn="ctr"/>
            <a:r>
              <a:rPr lang="en-US" sz="1000" b="0">
                <a:solidFill>
                  <a:srgbClr val="A8A096"/>
                </a:solidFill>
                <a:latin typeface="Arial"/>
              </a:rPr>
              <a:t>DAY 0</a:t>
            </a:r>
            <a:endParaRPr lang="en-US"/>
          </a:p>
        </p:txBody>
      </p:sp>
      <p:sp>
        <p:nvSpPr>
          <p:cNvPr id="73" name="Rectangle 72"/>
          <p:cNvSpPr/>
          <p:nvPr/>
        </p:nvSpPr>
        <p:spPr>
          <a:xfrm>
            <a:off x="5950000" y="1980000"/>
            <a:ext cx="9525" cy="3080000"/>
          </a:xfrm>
          <a:prstGeom prst="rect">
            <a:avLst/>
          </a:prstGeom>
          <a:solidFill>
            <a:srgbClr val="3E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TextBox 73"/>
          <p:cNvSpPr txBox="1"/>
          <p:nvPr/>
        </p:nvSpPr>
        <p:spPr>
          <a:xfrm>
            <a:off x="5700000" y="5120000"/>
            <a:ext cx="500000" cy="153888"/>
          </a:xfrm>
          <a:prstGeom prst="rect">
            <a:avLst/>
          </a:prstGeom>
          <a:noFill/>
        </p:spPr>
        <p:txBody>
          <a:bodyPr wrap="square" lIns="0" tIns="0" rIns="0" bIns="0">
            <a:spAutoFit/>
          </a:bodyPr>
          <a:lstStyle/>
          <a:p>
            <a:pPr algn="ctr"/>
            <a:r>
              <a:rPr lang="en-US" sz="1000" b="0">
                <a:solidFill>
                  <a:srgbClr val="A8A096"/>
                </a:solidFill>
                <a:latin typeface="Arial"/>
              </a:rPr>
              <a:t>DAY 30</a:t>
            </a:r>
            <a:endParaRPr lang="en-US"/>
          </a:p>
        </p:txBody>
      </p:sp>
      <p:sp>
        <p:nvSpPr>
          <p:cNvPr id="75" name="Rectangle 74"/>
          <p:cNvSpPr/>
          <p:nvPr/>
        </p:nvSpPr>
        <p:spPr>
          <a:xfrm>
            <a:off x="8590788" y="1810512"/>
            <a:ext cx="32004" cy="3218688"/>
          </a:xfrm>
          <a:prstGeom prst="rect">
            <a:avLst/>
          </a:prstGeom>
          <a:solidFill>
            <a:srgbClr val="E10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 name="Rectangle 139" descr="Funding gate marker at day 60"/>
          <p:cNvSpPr/>
          <p:nvPr/>
        </p:nvSpPr>
        <p:spPr>
          <a:xfrm>
            <a:off x="7973568" y="5074920"/>
            <a:ext cx="1243584" cy="219456"/>
          </a:xfrm>
          <a:prstGeom prst="roundRect">
            <a:avLst>
              <a:gd name="adj" fmla="val 30000"/>
            </a:avLst>
          </a:prstGeom>
          <a:solidFill>
            <a:srgbClr val="E10500"/>
          </a:solidFill>
          <a:ln>
            <a:noFill/>
          </a:ln>
          <a:effectLst/>
        </p:spPr>
        <p:txBody>
          <a:bodyPr lIns="0" tIns="0" rIns="0" bIns="0" rtlCol="0" anchor="ctr"/>
          <a:lstStyle/>
          <a:p>
            <a:pPr algn="ctr"/>
            <a:r>
              <a:rPr lang="en-US" sz="800" b="1" spc="80">
                <a:solidFill>
                  <a:srgbClr val="FFFFFF"/>
                </a:solidFill>
                <a:latin typeface="Arial"/>
              </a:rPr>
              <a:t>GATE · DAY 60</a:t>
            </a:r>
            <a:endParaRPr lang="en-US"/>
          </a:p>
        </p:txBody>
      </p:sp>
      <p:sp>
        <p:nvSpPr>
          <p:cNvPr id="76" name="Rectangle 75"/>
          <p:cNvSpPr/>
          <p:nvPr/>
        </p:nvSpPr>
        <p:spPr>
          <a:xfrm>
            <a:off x="11250000" y="1980000"/>
            <a:ext cx="9525" cy="3080000"/>
          </a:xfrm>
          <a:prstGeom prst="rect">
            <a:avLst/>
          </a:prstGeom>
          <a:solidFill>
            <a:srgbClr val="3E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p:cNvSpPr txBox="1"/>
          <p:nvPr/>
        </p:nvSpPr>
        <p:spPr>
          <a:xfrm>
            <a:off x="11000000" y="5120000"/>
            <a:ext cx="500000" cy="153888"/>
          </a:xfrm>
          <a:prstGeom prst="rect">
            <a:avLst/>
          </a:prstGeom>
          <a:noFill/>
        </p:spPr>
        <p:txBody>
          <a:bodyPr wrap="square" lIns="0" tIns="0" rIns="0" bIns="0">
            <a:spAutoFit/>
          </a:bodyPr>
          <a:lstStyle/>
          <a:p>
            <a:pPr algn="ctr"/>
            <a:r>
              <a:rPr lang="en-US" sz="1000" b="0">
                <a:solidFill>
                  <a:srgbClr val="A8A096"/>
                </a:solidFill>
                <a:latin typeface="Arial"/>
              </a:rPr>
              <a:t>DAY 90</a:t>
            </a:r>
            <a:endParaRPr lang="en-US"/>
          </a:p>
        </p:txBody>
      </p:sp>
      <p:sp>
        <p:nvSpPr>
          <p:cNvPr id="79" name="TextBox 78"/>
          <p:cNvSpPr txBox="1"/>
          <p:nvPr/>
        </p:nvSpPr>
        <p:spPr>
          <a:xfrm>
            <a:off x="658368" y="1947672"/>
            <a:ext cx="300000" cy="215444"/>
          </a:xfrm>
          <a:prstGeom prst="rect">
            <a:avLst/>
          </a:prstGeom>
          <a:noFill/>
        </p:spPr>
        <p:txBody>
          <a:bodyPr wrap="square" lIns="0" tIns="0" rIns="0" bIns="0">
            <a:spAutoFit/>
          </a:bodyPr>
          <a:lstStyle/>
          <a:p>
            <a:r>
              <a:rPr lang="en-US" sz="1400" b="1">
                <a:solidFill>
                  <a:srgbClr val="FA500F"/>
                </a:solidFill>
                <a:latin typeface="Arial"/>
              </a:rPr>
              <a:t>01</a:t>
            </a:r>
            <a:endParaRPr lang="en-US"/>
          </a:p>
        </p:txBody>
      </p:sp>
      <p:sp>
        <p:nvSpPr>
          <p:cNvPr id="80" name="TextBox 79"/>
          <p:cNvSpPr txBox="1"/>
          <p:nvPr/>
        </p:nvSpPr>
        <p:spPr>
          <a:xfrm>
            <a:off x="1040000" y="1938528"/>
            <a:ext cx="2200000" cy="215444"/>
          </a:xfrm>
          <a:prstGeom prst="rect">
            <a:avLst/>
          </a:prstGeom>
          <a:noFill/>
        </p:spPr>
        <p:txBody>
          <a:bodyPr wrap="square" lIns="0" tIns="0" rIns="0" bIns="0">
            <a:spAutoFit/>
          </a:bodyPr>
          <a:lstStyle/>
          <a:p>
            <a:r>
              <a:rPr lang="en-US" sz="1400" b="1">
                <a:solidFill>
                  <a:srgbClr val="FAFAF4"/>
                </a:solidFill>
                <a:latin typeface="Arial"/>
              </a:rPr>
              <a:t>Fix category</a:t>
            </a:r>
            <a:endParaRPr lang="en-US"/>
          </a:p>
        </p:txBody>
      </p:sp>
      <p:sp>
        <p:nvSpPr>
          <p:cNvPr id="81" name="TextBox 80"/>
          <p:cNvSpPr txBox="1"/>
          <p:nvPr/>
        </p:nvSpPr>
        <p:spPr>
          <a:xfrm>
            <a:off x="1040000" y="2167128"/>
            <a:ext cx="2200000" cy="274320"/>
          </a:xfrm>
          <a:prstGeom prst="rect">
            <a:avLst/>
          </a:prstGeom>
          <a:noFill/>
        </p:spPr>
        <p:txBody>
          <a:bodyPr wrap="square" lIns="0" tIns="0" rIns="0" bIns="0">
            <a:spAutoFit/>
          </a:bodyPr>
          <a:lstStyle/>
          <a:p>
            <a:r>
              <a:rPr lang="en-US" sz="1000" b="0">
                <a:solidFill>
                  <a:srgbClr val="A8A096"/>
                </a:solidFill>
                <a:latin typeface="Arial"/>
              </a:rPr>
              <a:t>100% of public surfaces use one definition</a:t>
            </a:r>
            <a:endParaRPr lang="en-US"/>
          </a:p>
        </p:txBody>
      </p:sp>
      <p:sp>
        <p:nvSpPr>
          <p:cNvPr id="82" name="Rectangle 81"/>
          <p:cNvSpPr/>
          <p:nvPr/>
        </p:nvSpPr>
        <p:spPr>
          <a:xfrm>
            <a:off x="3300000" y="1943100"/>
            <a:ext cx="1943333" cy="237744"/>
          </a:xfrm>
          <a:prstGeom prst="roundRect">
            <a:avLst>
              <a:gd name="adj" fmla="val 22000"/>
            </a:avLst>
          </a:prstGeom>
          <a:solidFill>
            <a:srgbClr val="FFA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TextBox 82"/>
          <p:cNvSpPr txBox="1"/>
          <p:nvPr/>
        </p:nvSpPr>
        <p:spPr>
          <a:xfrm>
            <a:off x="658368" y="2459736"/>
            <a:ext cx="300000" cy="215444"/>
          </a:xfrm>
          <a:prstGeom prst="rect">
            <a:avLst/>
          </a:prstGeom>
          <a:noFill/>
        </p:spPr>
        <p:txBody>
          <a:bodyPr wrap="square" lIns="0" tIns="0" rIns="0" bIns="0">
            <a:spAutoFit/>
          </a:bodyPr>
          <a:lstStyle/>
          <a:p>
            <a:r>
              <a:rPr lang="en-US" sz="1400" b="1">
                <a:solidFill>
                  <a:srgbClr val="FA500F"/>
                </a:solidFill>
                <a:latin typeface="Arial"/>
              </a:rPr>
              <a:t>02</a:t>
            </a:r>
            <a:endParaRPr lang="en-US"/>
          </a:p>
        </p:txBody>
      </p:sp>
      <p:sp>
        <p:nvSpPr>
          <p:cNvPr id="84" name="TextBox 83"/>
          <p:cNvSpPr txBox="1"/>
          <p:nvPr/>
        </p:nvSpPr>
        <p:spPr>
          <a:xfrm>
            <a:off x="1040000" y="2450592"/>
            <a:ext cx="2200000" cy="215444"/>
          </a:xfrm>
          <a:prstGeom prst="rect">
            <a:avLst/>
          </a:prstGeom>
          <a:noFill/>
        </p:spPr>
        <p:txBody>
          <a:bodyPr wrap="square" lIns="0" tIns="0" rIns="0" bIns="0">
            <a:spAutoFit/>
          </a:bodyPr>
          <a:lstStyle/>
          <a:p>
            <a:r>
              <a:rPr lang="en-US" sz="1400" b="1">
                <a:solidFill>
                  <a:srgbClr val="FAFAF4"/>
                </a:solidFill>
                <a:latin typeface="Arial"/>
              </a:rPr>
              <a:t>Baseline self-serve funnel</a:t>
            </a:r>
            <a:endParaRPr lang="en-US"/>
          </a:p>
        </p:txBody>
      </p:sp>
      <p:sp>
        <p:nvSpPr>
          <p:cNvPr id="85" name="TextBox 84"/>
          <p:cNvSpPr txBox="1"/>
          <p:nvPr/>
        </p:nvSpPr>
        <p:spPr>
          <a:xfrm>
            <a:off x="1040000" y="2679192"/>
            <a:ext cx="2200000" cy="274320"/>
          </a:xfrm>
          <a:prstGeom prst="rect">
            <a:avLst/>
          </a:prstGeom>
          <a:noFill/>
        </p:spPr>
        <p:txBody>
          <a:bodyPr wrap="square" lIns="0" tIns="0" rIns="0" bIns="0">
            <a:spAutoFit/>
          </a:bodyPr>
          <a:lstStyle/>
          <a:p>
            <a:r>
              <a:rPr lang="en-US" sz="1000" b="0">
                <a:solidFill>
                  <a:srgbClr val="A8A096"/>
                </a:solidFill>
                <a:latin typeface="Arial"/>
              </a:rPr>
              <a:t>Retired names cleared; sign-up to first build baselined</a:t>
            </a:r>
            <a:endParaRPr lang="en-US"/>
          </a:p>
        </p:txBody>
      </p:sp>
      <p:sp>
        <p:nvSpPr>
          <p:cNvPr id="86" name="Rectangle 85"/>
          <p:cNvSpPr/>
          <p:nvPr/>
        </p:nvSpPr>
        <p:spPr>
          <a:xfrm>
            <a:off x="3741666" y="2455164"/>
            <a:ext cx="2208333" cy="237744"/>
          </a:xfrm>
          <a:prstGeom prst="roundRect">
            <a:avLst>
              <a:gd name="adj" fmla="val 22000"/>
            </a:avLst>
          </a:prstGeom>
          <a:solidFill>
            <a:srgbClr val="FFA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TextBox 86"/>
          <p:cNvSpPr txBox="1"/>
          <p:nvPr/>
        </p:nvSpPr>
        <p:spPr>
          <a:xfrm>
            <a:off x="658368" y="2971800"/>
            <a:ext cx="300000" cy="215444"/>
          </a:xfrm>
          <a:prstGeom prst="rect">
            <a:avLst/>
          </a:prstGeom>
          <a:noFill/>
        </p:spPr>
        <p:txBody>
          <a:bodyPr wrap="square" lIns="0" tIns="0" rIns="0" bIns="0">
            <a:spAutoFit/>
          </a:bodyPr>
          <a:lstStyle/>
          <a:p>
            <a:r>
              <a:rPr lang="en-US" sz="1400" b="1">
                <a:solidFill>
                  <a:srgbClr val="FA500F"/>
                </a:solidFill>
                <a:latin typeface="Arial"/>
              </a:rPr>
              <a:t>03</a:t>
            </a:r>
            <a:endParaRPr lang="en-US"/>
          </a:p>
        </p:txBody>
      </p:sp>
      <p:sp>
        <p:nvSpPr>
          <p:cNvPr id="88" name="TextBox 87"/>
          <p:cNvSpPr txBox="1"/>
          <p:nvPr/>
        </p:nvSpPr>
        <p:spPr>
          <a:xfrm>
            <a:off x="1040000" y="2962656"/>
            <a:ext cx="2200000" cy="215444"/>
          </a:xfrm>
          <a:prstGeom prst="rect">
            <a:avLst/>
          </a:prstGeom>
          <a:noFill/>
        </p:spPr>
        <p:txBody>
          <a:bodyPr wrap="square" lIns="0" tIns="0" rIns="0" bIns="0">
            <a:spAutoFit/>
          </a:bodyPr>
          <a:lstStyle/>
          <a:p>
            <a:r>
              <a:rPr lang="en-US" sz="1400" b="1">
                <a:solidFill>
                  <a:srgbClr val="FAFAF4"/>
                </a:solidFill>
                <a:latin typeface="Arial"/>
              </a:rPr>
              <a:t>Preview audit log</a:t>
            </a:r>
            <a:endParaRPr lang="en-US"/>
          </a:p>
        </p:txBody>
      </p:sp>
      <p:sp>
        <p:nvSpPr>
          <p:cNvPr id="89" name="TextBox 88"/>
          <p:cNvSpPr txBox="1"/>
          <p:nvPr/>
        </p:nvSpPr>
        <p:spPr>
          <a:xfrm>
            <a:off x="1040000" y="3191256"/>
            <a:ext cx="2200000" cy="274320"/>
          </a:xfrm>
          <a:prstGeom prst="rect">
            <a:avLst/>
          </a:prstGeom>
          <a:noFill/>
        </p:spPr>
        <p:txBody>
          <a:bodyPr wrap="square" lIns="0" tIns="0" rIns="0" bIns="0">
            <a:spAutoFit/>
          </a:bodyPr>
          <a:lstStyle/>
          <a:p>
            <a:r>
              <a:rPr lang="en-US" sz="1000" b="0">
                <a:solidFill>
                  <a:srgbClr val="A8A096"/>
                </a:solidFill>
                <a:latin typeface="Arial"/>
              </a:rPr>
              <a:t>Scale accounts can test evidence export</a:t>
            </a:r>
            <a:endParaRPr lang="en-US"/>
          </a:p>
        </p:txBody>
      </p:sp>
      <p:sp>
        <p:nvSpPr>
          <p:cNvPr id="90" name="Rectangle 89"/>
          <p:cNvSpPr/>
          <p:nvPr/>
        </p:nvSpPr>
        <p:spPr>
          <a:xfrm>
            <a:off x="6038333" y="2967228"/>
            <a:ext cx="1855000" cy="237744"/>
          </a:xfrm>
          <a:prstGeom prst="roundRect">
            <a:avLst>
              <a:gd name="adj" fmla="val 22000"/>
            </a:avLst>
          </a:prstGeom>
          <a:solidFill>
            <a:srgbClr val="FA5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TextBox 90"/>
          <p:cNvSpPr txBox="1"/>
          <p:nvPr/>
        </p:nvSpPr>
        <p:spPr>
          <a:xfrm>
            <a:off x="658368" y="3483864"/>
            <a:ext cx="300000" cy="215444"/>
          </a:xfrm>
          <a:prstGeom prst="rect">
            <a:avLst/>
          </a:prstGeom>
          <a:noFill/>
        </p:spPr>
        <p:txBody>
          <a:bodyPr wrap="square" lIns="0" tIns="0" rIns="0" bIns="0">
            <a:spAutoFit/>
          </a:bodyPr>
          <a:lstStyle/>
          <a:p>
            <a:r>
              <a:rPr lang="en-US" sz="1400" b="1">
                <a:solidFill>
                  <a:srgbClr val="FA500F"/>
                </a:solidFill>
                <a:latin typeface="Arial"/>
              </a:rPr>
              <a:t>04</a:t>
            </a:r>
            <a:endParaRPr lang="en-US"/>
          </a:p>
        </p:txBody>
      </p:sp>
      <p:sp>
        <p:nvSpPr>
          <p:cNvPr id="92" name="TextBox 91"/>
          <p:cNvSpPr txBox="1"/>
          <p:nvPr/>
        </p:nvSpPr>
        <p:spPr>
          <a:xfrm>
            <a:off x="1040000" y="3474720"/>
            <a:ext cx="2200000" cy="215444"/>
          </a:xfrm>
          <a:prstGeom prst="rect">
            <a:avLst/>
          </a:prstGeom>
          <a:noFill/>
        </p:spPr>
        <p:txBody>
          <a:bodyPr wrap="square" lIns="0" tIns="0" rIns="0" bIns="0">
            <a:spAutoFit/>
          </a:bodyPr>
          <a:lstStyle/>
          <a:p>
            <a:r>
              <a:rPr lang="en-US" sz="1400" b="1">
                <a:solidFill>
                  <a:srgbClr val="FAFAF4"/>
                </a:solidFill>
                <a:latin typeface="Arial"/>
              </a:rPr>
              <a:t>Ship four guides</a:t>
            </a:r>
            <a:endParaRPr lang="en-US"/>
          </a:p>
        </p:txBody>
      </p:sp>
      <p:sp>
        <p:nvSpPr>
          <p:cNvPr id="93" name="TextBox 92"/>
          <p:cNvSpPr txBox="1"/>
          <p:nvPr/>
        </p:nvSpPr>
        <p:spPr>
          <a:xfrm>
            <a:off x="1040000" y="3703320"/>
            <a:ext cx="2200000" cy="274320"/>
          </a:xfrm>
          <a:prstGeom prst="rect">
            <a:avLst/>
          </a:prstGeom>
          <a:noFill/>
        </p:spPr>
        <p:txBody>
          <a:bodyPr wrap="square" lIns="0" tIns="0" rIns="0" bIns="0">
            <a:spAutoFit/>
          </a:bodyPr>
          <a:lstStyle/>
          <a:p>
            <a:r>
              <a:rPr lang="en-US" sz="1000" b="0">
                <a:solidFill>
                  <a:srgbClr val="A8A096"/>
                </a:solidFill>
                <a:latin typeface="Arial"/>
              </a:rPr>
              <a:t>4 outcomes, 5 field plays, 2 self-serve quickstarts</a:t>
            </a:r>
            <a:endParaRPr lang="en-US"/>
          </a:p>
        </p:txBody>
      </p:sp>
      <p:sp>
        <p:nvSpPr>
          <p:cNvPr id="94" name="Rectangle 93"/>
          <p:cNvSpPr/>
          <p:nvPr/>
        </p:nvSpPr>
        <p:spPr>
          <a:xfrm>
            <a:off x="6480000" y="3479292"/>
            <a:ext cx="2120000" cy="237744"/>
          </a:xfrm>
          <a:prstGeom prst="roundRect">
            <a:avLst>
              <a:gd name="adj" fmla="val 22000"/>
            </a:avLst>
          </a:prstGeom>
          <a:solidFill>
            <a:srgbClr val="FA5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TextBox 94"/>
          <p:cNvSpPr txBox="1"/>
          <p:nvPr/>
        </p:nvSpPr>
        <p:spPr>
          <a:xfrm>
            <a:off x="658368" y="3995928"/>
            <a:ext cx="300000" cy="215444"/>
          </a:xfrm>
          <a:prstGeom prst="rect">
            <a:avLst/>
          </a:prstGeom>
          <a:noFill/>
        </p:spPr>
        <p:txBody>
          <a:bodyPr wrap="square" lIns="0" tIns="0" rIns="0" bIns="0">
            <a:spAutoFit/>
          </a:bodyPr>
          <a:lstStyle/>
          <a:p>
            <a:r>
              <a:rPr lang="en-US" sz="1400" b="1">
                <a:solidFill>
                  <a:srgbClr val="FA500F"/>
                </a:solidFill>
                <a:latin typeface="Arial"/>
              </a:rPr>
              <a:t>05</a:t>
            </a:r>
            <a:endParaRPr lang="en-US"/>
          </a:p>
        </p:txBody>
      </p:sp>
      <p:sp>
        <p:nvSpPr>
          <p:cNvPr id="96" name="TextBox 95"/>
          <p:cNvSpPr txBox="1"/>
          <p:nvPr/>
        </p:nvSpPr>
        <p:spPr>
          <a:xfrm>
            <a:off x="1040000" y="3986784"/>
            <a:ext cx="2200000" cy="215444"/>
          </a:xfrm>
          <a:prstGeom prst="rect">
            <a:avLst/>
          </a:prstGeom>
          <a:noFill/>
        </p:spPr>
        <p:txBody>
          <a:bodyPr wrap="square" lIns="0" tIns="0" rIns="0" bIns="0">
            <a:spAutoFit/>
          </a:bodyPr>
          <a:lstStyle/>
          <a:p>
            <a:r>
              <a:rPr lang="en-US" sz="1400" b="1">
                <a:solidFill>
                  <a:srgbClr val="FAFAF4"/>
                </a:solidFill>
                <a:latin typeface="Arial"/>
              </a:rPr>
              <a:t>Activate first run</a:t>
            </a:r>
            <a:endParaRPr lang="en-US"/>
          </a:p>
        </p:txBody>
      </p:sp>
      <p:sp>
        <p:nvSpPr>
          <p:cNvPr id="97" name="TextBox 96"/>
          <p:cNvSpPr txBox="1"/>
          <p:nvPr/>
        </p:nvSpPr>
        <p:spPr>
          <a:xfrm>
            <a:off x="1040000" y="4215384"/>
            <a:ext cx="2200000" cy="274320"/>
          </a:xfrm>
          <a:prstGeom prst="rect">
            <a:avLst/>
          </a:prstGeom>
          <a:noFill/>
        </p:spPr>
        <p:txBody>
          <a:bodyPr wrap="square" lIns="0" tIns="0" rIns="0" bIns="0">
            <a:spAutoFit/>
          </a:bodyPr>
          <a:lstStyle/>
          <a:p>
            <a:r>
              <a:rPr lang="en-US" sz="1000" b="0">
                <a:solidFill>
                  <a:srgbClr val="A8A096"/>
                </a:solidFill>
                <a:latin typeface="Arial"/>
              </a:rPr>
              <a:t>First-run actions 17 to 10; under 5 min to first call</a:t>
            </a:r>
            <a:endParaRPr lang="en-US"/>
          </a:p>
        </p:txBody>
      </p:sp>
      <p:sp>
        <p:nvSpPr>
          <p:cNvPr id="98" name="Rectangle 97"/>
          <p:cNvSpPr/>
          <p:nvPr/>
        </p:nvSpPr>
        <p:spPr>
          <a:xfrm>
            <a:off x="8688333" y="3991356"/>
            <a:ext cx="1855000" cy="237744"/>
          </a:xfrm>
          <a:prstGeom prst="roundRect">
            <a:avLst>
              <a:gd name="adj" fmla="val 22000"/>
            </a:avLst>
          </a:prstGeom>
          <a:solidFill>
            <a:srgbClr val="E10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TextBox 98"/>
          <p:cNvSpPr txBox="1"/>
          <p:nvPr/>
        </p:nvSpPr>
        <p:spPr>
          <a:xfrm>
            <a:off x="658368" y="4507992"/>
            <a:ext cx="300000" cy="215444"/>
          </a:xfrm>
          <a:prstGeom prst="rect">
            <a:avLst/>
          </a:prstGeom>
          <a:noFill/>
        </p:spPr>
        <p:txBody>
          <a:bodyPr wrap="square" lIns="0" tIns="0" rIns="0" bIns="0">
            <a:spAutoFit/>
          </a:bodyPr>
          <a:lstStyle/>
          <a:p>
            <a:r>
              <a:rPr lang="en-US" sz="1400" b="1">
                <a:solidFill>
                  <a:srgbClr val="FA500F"/>
                </a:solidFill>
                <a:latin typeface="Arial"/>
              </a:rPr>
              <a:t>06</a:t>
            </a:r>
            <a:endParaRPr lang="en-US"/>
          </a:p>
        </p:txBody>
      </p:sp>
      <p:sp>
        <p:nvSpPr>
          <p:cNvPr id="100" name="TextBox 99"/>
          <p:cNvSpPr txBox="1"/>
          <p:nvPr/>
        </p:nvSpPr>
        <p:spPr>
          <a:xfrm>
            <a:off x="1040000" y="4498848"/>
            <a:ext cx="2200000" cy="215444"/>
          </a:xfrm>
          <a:prstGeom prst="rect">
            <a:avLst/>
          </a:prstGeom>
          <a:noFill/>
        </p:spPr>
        <p:txBody>
          <a:bodyPr wrap="square" lIns="0" tIns="0" rIns="0" bIns="0">
            <a:spAutoFit/>
          </a:bodyPr>
          <a:lstStyle/>
          <a:p>
            <a:r>
              <a:rPr lang="en-US" sz="1400" b="1">
                <a:solidFill>
                  <a:srgbClr val="FAFAF4"/>
                </a:solidFill>
                <a:latin typeface="Arial"/>
              </a:rPr>
              <a:t>Build Evidence Card</a:t>
            </a:r>
            <a:endParaRPr lang="en-US"/>
          </a:p>
        </p:txBody>
      </p:sp>
      <p:sp>
        <p:nvSpPr>
          <p:cNvPr id="101" name="TextBox 100"/>
          <p:cNvSpPr txBox="1"/>
          <p:nvPr/>
        </p:nvSpPr>
        <p:spPr>
          <a:xfrm>
            <a:off x="1040000" y="4727448"/>
            <a:ext cx="2200000" cy="274320"/>
          </a:xfrm>
          <a:prstGeom prst="rect">
            <a:avLst/>
          </a:prstGeom>
          <a:noFill/>
        </p:spPr>
        <p:txBody>
          <a:bodyPr wrap="square" lIns="0" tIns="0" rIns="0" bIns="0">
            <a:spAutoFit/>
          </a:bodyPr>
          <a:lstStyle/>
          <a:p>
            <a:r>
              <a:rPr lang="en-US" sz="1000" b="0">
                <a:solidFill>
                  <a:srgbClr val="A8A096"/>
                </a:solidFill>
                <a:latin typeface="Arial"/>
              </a:rPr>
              <a:t>Origin, location, retention, trace, exit path per workload</a:t>
            </a:r>
            <a:endParaRPr lang="en-US"/>
          </a:p>
        </p:txBody>
      </p:sp>
      <p:sp>
        <p:nvSpPr>
          <p:cNvPr id="102" name="Rectangle 101"/>
          <p:cNvSpPr/>
          <p:nvPr/>
        </p:nvSpPr>
        <p:spPr>
          <a:xfrm>
            <a:off x="9130000" y="4503420"/>
            <a:ext cx="2120000" cy="237744"/>
          </a:xfrm>
          <a:prstGeom prst="roundRect">
            <a:avLst>
              <a:gd name="adj" fmla="val 22000"/>
            </a:avLst>
          </a:prstGeom>
          <a:solidFill>
            <a:srgbClr val="E10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TextBox 102"/>
          <p:cNvSpPr txBox="1"/>
          <p:nvPr/>
        </p:nvSpPr>
        <p:spPr>
          <a:xfrm>
            <a:off x="658368" y="5330000"/>
            <a:ext cx="2200000" cy="153888"/>
          </a:xfrm>
          <a:prstGeom prst="rect">
            <a:avLst/>
          </a:prstGeom>
          <a:noFill/>
        </p:spPr>
        <p:txBody>
          <a:bodyPr wrap="square" lIns="0" tIns="0" rIns="0" bIns="0">
            <a:spAutoFit/>
          </a:bodyPr>
          <a:lstStyle/>
          <a:p>
            <a:r>
              <a:rPr lang="en-US" sz="1000" b="1">
                <a:solidFill>
                  <a:srgbClr val="FA500F"/>
                </a:solidFill>
                <a:latin typeface="Arial"/>
              </a:rPr>
              <a:t>OWNERS</a:t>
            </a:r>
            <a:endParaRPr lang="en-US"/>
          </a:p>
        </p:txBody>
      </p:sp>
      <p:sp>
        <p:nvSpPr>
          <p:cNvPr id="104" name="TextBox 103"/>
          <p:cNvSpPr txBox="1"/>
          <p:nvPr/>
        </p:nvSpPr>
        <p:spPr>
          <a:xfrm>
            <a:off x="2100000" y="5330000"/>
            <a:ext cx="9200000" cy="153888"/>
          </a:xfrm>
          <a:prstGeom prst="rect">
            <a:avLst/>
          </a:prstGeom>
          <a:noFill/>
        </p:spPr>
        <p:txBody>
          <a:bodyPr wrap="square" lIns="0" tIns="0" rIns="0" bIns="0">
            <a:spAutoFit/>
          </a:bodyPr>
          <a:lstStyle/>
          <a:p>
            <a:r>
              <a:rPr lang="en-US" sz="1000" b="0">
                <a:solidFill>
                  <a:srgbClr val="A8A096"/>
                </a:solidFill>
                <a:latin typeface="Arial"/>
              </a:rPr>
              <a:t>Wave 1  ·  Leadership + Growth      Wave 2  ·  Product + Sales + Growth      Wave 3  ·  GTM + Finance</a:t>
            </a:r>
            <a:endParaRPr lang="en-US"/>
          </a:p>
        </p:txBody>
      </p:sp>
      <p:sp>
        <p:nvSpPr>
          <p:cNvPr id="65" name="TextBox 64"/>
          <p:cNvSpPr txBox="1"/>
          <p:nvPr/>
        </p:nvSpPr>
        <p:spPr>
          <a:xfrm>
            <a:off x="658368" y="5788152"/>
            <a:ext cx="10698480"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AFAF4"/>
                </a:solidFill>
                <a:effectLst/>
                <a:uLnTx/>
                <a:uFillTx/>
                <a:latin typeface="Arial"/>
                <a:ea typeface="+mn-ea"/>
                <a:cs typeface="+mn-cs"/>
              </a:rPr>
              <a:t>FUNDING GATE  ·  No expanded product claims before the definition and baseline exist; release Wave 3 funding only after Wave 1 consistency and Wave 2 proof adoption.</a:t>
            </a:r>
            <a:endParaRPr lang="en-US"/>
          </a:p>
        </p:txBody>
      </p:sp>
      <p:sp>
        <p:nvSpPr>
          <p:cNvPr id="66" name="TextBox 65"/>
          <p:cNvSpPr txBox="1"/>
          <p:nvPr/>
        </p:nvSpPr>
        <p:spPr>
          <a:xfrm>
            <a:off x="566928" y="6400800"/>
            <a:ext cx="10469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A096"/>
                </a:solidFill>
                <a:effectLst/>
                <a:uLnTx/>
                <a:uFillTx/>
                <a:latin typeface="Arial"/>
                <a:ea typeface="+mn-ea"/>
                <a:cs typeface="+mn-cs"/>
              </a:rPr>
              <a:t>Acceptance tests are release gates, not public claims; bar spans are planned working windows.</a:t>
            </a:r>
            <a:endParaRPr lang="en-US"/>
          </a:p>
        </p:txBody>
      </p:sp>
      <p:sp>
        <p:nvSpPr>
          <p:cNvPr id="67" name="TextBox 66"/>
          <p:cNvSpPr txBox="1"/>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06</a:t>
            </a:r>
            <a:endParaRPr lang="en-US"/>
          </a:p>
        </p:txBody>
      </p:sp>
      <p:pic>
        <p:nvPicPr>
          <p:cNvPr id="31"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pic>
        <p:nvPicPr>
          <p:cNvPr id="141"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pic>
        <p:nvPicPr>
          <p:cNvPr id="31"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sp>
        <p:nvSpPr>
          <p:cNvPr id="32" name="TextBox 31"/>
          <p:cNvSpPr txBox="1"/>
          <p:nvPr/>
        </p:nvSpPr>
        <p:spPr>
          <a:xfrm>
            <a:off x="621792" y="221462"/>
            <a:ext cx="9326880"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4B00"/>
                </a:solidFill>
                <a:effectLst/>
                <a:uLnTx/>
                <a:uFillTx/>
                <a:latin typeface="Arial"/>
                <a:ea typeface="+mn-ea"/>
                <a:cs typeface="+mn-cs"/>
              </a:rPr>
              <a:t>FIELD ENABLEMENT  ·  KIT  ·  CERTIFICATION  ·  INTEL LOOP</a:t>
            </a:r>
          </a:p>
        </p:txBody>
      </p:sp>
      <p:sp>
        <p:nvSpPr>
          <p:cNvPr id="33" name="Title 32"/>
          <p:cNvSpPr txBox="1">
            <a:spLocks noGrp="1"/>
          </p:cNvSpPr>
          <p:nvPr>
            <p:ph type="title"/>
          </p:nvPr>
        </p:nvSpPr>
        <p:spPr>
          <a:xfrm>
            <a:off x="566928" y="594360"/>
            <a:ext cx="11018520" cy="53860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FAFAF4"/>
                </a:solidFill>
                <a:effectLst/>
                <a:uLnTx/>
                <a:uFillTx/>
                <a:latin typeface="Arial"/>
                <a:ea typeface="+mn-ea"/>
                <a:cs typeface="+mn-cs"/>
              </a:rPr>
              <a:t>Sellers win when the proof travels without me.</a:t>
            </a:r>
            <a:endParaRPr lang="en-US"/>
          </a:p>
        </p:txBody>
      </p:sp>
      <p:sp>
        <p:nvSpPr>
          <p:cNvPr id="34" name="TextBox 33"/>
          <p:cNvSpPr txBox="1"/>
          <p:nvPr/>
        </p:nvSpPr>
        <p:spPr>
          <a:xfrm>
            <a:off x="566928" y="1133856"/>
            <a:ext cx="109728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Equip the field, certify the pitch, then feed every deal back into the claim.</a:t>
            </a:r>
            <a:endParaRPr lang="en-US"/>
          </a:p>
        </p:txBody>
      </p:sp>
      <p:cxnSp>
        <p:nvCxnSpPr>
          <p:cNvPr id="35" name="Connector 34"/>
          <p:cNvCxnSpPr/>
          <p:nvPr/>
        </p:nvCxnSpPr>
        <p:spPr>
          <a:xfrm>
            <a:off x="566928" y="1481328"/>
            <a:ext cx="11045952" cy="0"/>
          </a:xfrm>
          <a:prstGeom prst="line">
            <a:avLst/>
          </a:prstGeom>
          <a:ln w="10160">
            <a:solidFill>
              <a:srgbClr val="FA500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606040" y="1783080"/>
            <a:ext cx="0" cy="340156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562600" y="1783080"/>
            <a:ext cx="0" cy="340156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19160" y="1783080"/>
            <a:ext cx="0" cy="340156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475720" y="1783080"/>
            <a:ext cx="0" cy="340156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606040" y="1783080"/>
            <a:ext cx="8869680" cy="0"/>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928" y="1965960"/>
            <a:ext cx="192024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AF00"/>
                </a:solidFill>
                <a:effectLst/>
                <a:uLnTx/>
                <a:uFillTx/>
                <a:latin typeface="Arial"/>
                <a:ea typeface="+mn-ea"/>
                <a:cs typeface="+mn-cs"/>
              </a:rPr>
              <a:t>TRACK 1  ·  DAYS 0–45</a:t>
            </a:r>
            <a:endParaRPr lang="en-US"/>
          </a:p>
        </p:txBody>
      </p:sp>
      <p:sp>
        <p:nvSpPr>
          <p:cNvPr id="37" name="TextBox 36"/>
          <p:cNvSpPr txBox="1"/>
          <p:nvPr/>
        </p:nvSpPr>
        <p:spPr>
          <a:xfrm>
            <a:off x="2606040" y="1938528"/>
            <a:ext cx="4434840" cy="256032"/>
          </a:xfrm>
          <a:prstGeom prst="roundRect">
            <a:avLst>
              <a:gd name="adj" fmla="val 22000"/>
            </a:avLst>
          </a:prstGeom>
          <a:solidFill>
            <a:srgbClr val="FFAF00"/>
          </a:solidFill>
        </p:spPr>
        <p:txBody>
          <a:bodyPr wrap="square" lIns="45720" tIns="0" rIns="4572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A1512"/>
                </a:solidFill>
                <a:effectLst/>
                <a:uLnTx/>
                <a:uFillTx/>
                <a:latin typeface="Arial"/>
                <a:ea typeface="+mn-ea"/>
                <a:cs typeface="+mn-cs"/>
              </a:rPr>
              <a:t>ENABLE  ·  PMM + PRODUCT + DEVREL</a:t>
            </a:r>
            <a:endParaRPr lang="en-US"/>
          </a:p>
        </p:txBody>
      </p:sp>
      <p:sp>
        <p:nvSpPr>
          <p:cNvPr id="38" name="TextBox 37"/>
          <p:cNvSpPr txBox="1"/>
          <p:nvPr/>
        </p:nvSpPr>
        <p:spPr>
          <a:xfrm>
            <a:off x="2606040" y="2286000"/>
            <a:ext cx="3657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AF00"/>
                </a:solidFill>
                <a:effectLst/>
                <a:uLnTx/>
                <a:uFillTx/>
                <a:latin typeface="Arial"/>
                <a:ea typeface="+mn-ea"/>
                <a:cs typeface="+mn-cs"/>
              </a:rPr>
              <a:t>01</a:t>
            </a:r>
          </a:p>
        </p:txBody>
      </p:sp>
      <p:sp>
        <p:nvSpPr>
          <p:cNvPr id="39" name="TextBox 38"/>
          <p:cNvSpPr txBox="1"/>
          <p:nvPr/>
        </p:nvSpPr>
        <p:spPr>
          <a:xfrm>
            <a:off x="3008376" y="2276856"/>
            <a:ext cx="3803904"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Ship the battlecard set</a:t>
            </a:r>
            <a:endParaRPr lang="en-US"/>
          </a:p>
        </p:txBody>
      </p:sp>
      <p:sp>
        <p:nvSpPr>
          <p:cNvPr id="40" name="TextBox 39"/>
          <p:cNvSpPr txBox="1"/>
          <p:nvPr/>
        </p:nvSpPr>
        <p:spPr>
          <a:xfrm>
            <a:off x="3008376" y="2523744"/>
            <a:ext cx="3803904"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Acceptance  ·  5 competitor cards with landmines, trap questions, monthly refresh</a:t>
            </a:r>
            <a:endParaRPr lang="en-US"/>
          </a:p>
        </p:txBody>
      </p:sp>
      <p:sp>
        <p:nvSpPr>
          <p:cNvPr id="42" name="TextBox 41"/>
          <p:cNvSpPr txBox="1"/>
          <p:nvPr/>
        </p:nvSpPr>
        <p:spPr>
          <a:xfrm>
            <a:off x="7269480" y="2286000"/>
            <a:ext cx="3657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AF00"/>
                </a:solidFill>
                <a:effectLst/>
                <a:uLnTx/>
                <a:uFillTx/>
                <a:latin typeface="Arial"/>
                <a:ea typeface="+mn-ea"/>
                <a:cs typeface="+mn-cs"/>
              </a:rPr>
              <a:t>02</a:t>
            </a:r>
          </a:p>
        </p:txBody>
      </p:sp>
      <p:sp>
        <p:nvSpPr>
          <p:cNvPr id="43" name="TextBox 42"/>
          <p:cNvSpPr txBox="1"/>
          <p:nvPr/>
        </p:nvSpPr>
        <p:spPr>
          <a:xfrm>
            <a:off x="7671816" y="2276856"/>
            <a:ext cx="3803904"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Write the discovery guide</a:t>
            </a:r>
            <a:endParaRPr lang="en-US"/>
          </a:p>
        </p:txBody>
      </p:sp>
      <p:sp>
        <p:nvSpPr>
          <p:cNvPr id="44" name="TextBox 43"/>
          <p:cNvSpPr txBox="1"/>
          <p:nvPr/>
        </p:nvSpPr>
        <p:spPr>
          <a:xfrm>
            <a:off x="7671816" y="2523744"/>
            <a:ext cx="3803904"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Acceptance  ·  6 questions turn the trust gap into deal criteria; used in 100% of Scale opportunities</a:t>
            </a:r>
            <a:endParaRPr lang="en-US"/>
          </a:p>
        </p:txBody>
      </p:sp>
      <p:sp>
        <p:nvSpPr>
          <p:cNvPr id="46" name="TextBox 45"/>
          <p:cNvSpPr txBox="1"/>
          <p:nvPr/>
        </p:nvSpPr>
        <p:spPr>
          <a:xfrm>
            <a:off x="566928" y="3081528"/>
            <a:ext cx="19202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TRACK 2  ·  DAYS 31–60</a:t>
            </a:r>
          </a:p>
        </p:txBody>
      </p:sp>
      <p:sp>
        <p:nvSpPr>
          <p:cNvPr id="47" name="TextBox 46"/>
          <p:cNvSpPr txBox="1"/>
          <p:nvPr/>
        </p:nvSpPr>
        <p:spPr>
          <a:xfrm>
            <a:off x="5661152" y="3054096"/>
            <a:ext cx="2858008" cy="256032"/>
          </a:xfrm>
          <a:prstGeom prst="roundRect">
            <a:avLst>
              <a:gd name="adj" fmla="val 22000"/>
            </a:avLst>
          </a:prstGeom>
          <a:solidFill>
            <a:srgbClr val="FA500F"/>
          </a:solidFill>
        </p:spPr>
        <p:txBody>
          <a:bodyPr wrap="square" lIns="45720" tIns="0" rIns="4572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CERTIFY  ·  PMM + SALES + SE + LEGAL</a:t>
            </a:r>
            <a:endParaRPr lang="en-US"/>
          </a:p>
        </p:txBody>
      </p:sp>
      <p:sp>
        <p:nvSpPr>
          <p:cNvPr id="48" name="TextBox 47"/>
          <p:cNvSpPr txBox="1"/>
          <p:nvPr/>
        </p:nvSpPr>
        <p:spPr>
          <a:xfrm>
            <a:off x="2606040" y="3401568"/>
            <a:ext cx="3657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500F"/>
                </a:solidFill>
                <a:effectLst/>
                <a:uLnTx/>
                <a:uFillTx/>
                <a:latin typeface="Arial"/>
                <a:ea typeface="+mn-ea"/>
                <a:cs typeface="+mn-cs"/>
              </a:rPr>
              <a:t>03</a:t>
            </a:r>
          </a:p>
        </p:txBody>
      </p:sp>
      <p:sp>
        <p:nvSpPr>
          <p:cNvPr id="49" name="TextBox 48"/>
          <p:cNvSpPr txBox="1"/>
          <p:nvPr/>
        </p:nvSpPr>
        <p:spPr>
          <a:xfrm>
            <a:off x="3008376" y="3392424"/>
            <a:ext cx="3803904"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Run field certification</a:t>
            </a:r>
            <a:endParaRPr lang="en-US"/>
          </a:p>
        </p:txBody>
      </p:sp>
      <p:sp>
        <p:nvSpPr>
          <p:cNvPr id="50" name="TextBox 49"/>
          <p:cNvSpPr txBox="1"/>
          <p:nvPr/>
        </p:nvSpPr>
        <p:spPr>
          <a:xfrm>
            <a:off x="3008376" y="3639312"/>
            <a:ext cx="3803904"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Acceptance  ·  100% of AEs and SEs on regulated accounts pass a recorded pitch</a:t>
            </a:r>
            <a:endParaRPr lang="en-US"/>
          </a:p>
        </p:txBody>
      </p:sp>
      <p:sp>
        <p:nvSpPr>
          <p:cNvPr id="52" name="TextBox 51"/>
          <p:cNvSpPr txBox="1"/>
          <p:nvPr/>
        </p:nvSpPr>
        <p:spPr>
          <a:xfrm>
            <a:off x="7269480" y="3401568"/>
            <a:ext cx="3657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500F"/>
                </a:solidFill>
                <a:effectLst/>
                <a:uLnTx/>
                <a:uFillTx/>
                <a:latin typeface="Arial"/>
                <a:ea typeface="+mn-ea"/>
                <a:cs typeface="+mn-cs"/>
              </a:rPr>
              <a:t>04</a:t>
            </a:r>
          </a:p>
        </p:txBody>
      </p:sp>
      <p:sp>
        <p:nvSpPr>
          <p:cNvPr id="53" name="TextBox 52"/>
          <p:cNvSpPr txBox="1"/>
          <p:nvPr/>
        </p:nvSpPr>
        <p:spPr>
          <a:xfrm>
            <a:off x="7671816" y="3392424"/>
            <a:ext cx="3803904"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Ship the POC runbook</a:t>
            </a:r>
            <a:endParaRPr lang="en-US"/>
          </a:p>
        </p:txBody>
      </p:sp>
      <p:sp>
        <p:nvSpPr>
          <p:cNvPr id="54" name="TextBox 53"/>
          <p:cNvSpPr txBox="1"/>
          <p:nvPr/>
        </p:nvSpPr>
        <p:spPr>
          <a:xfrm>
            <a:off x="7671816" y="3639312"/>
            <a:ext cx="3803904"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Acceptance  ·  An SE runs the structured POC to an Evidence Card with no PMM in the room; 2 dry runs signed off</a:t>
            </a:r>
            <a:endParaRPr lang="en-US"/>
          </a:p>
        </p:txBody>
      </p:sp>
      <p:sp>
        <p:nvSpPr>
          <p:cNvPr id="56" name="TextBox 55"/>
          <p:cNvSpPr txBox="1"/>
          <p:nvPr/>
        </p:nvSpPr>
        <p:spPr>
          <a:xfrm>
            <a:off x="566928" y="4197096"/>
            <a:ext cx="192024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8205"/>
                </a:solidFill>
                <a:effectLst/>
                <a:uLnTx/>
                <a:uFillTx/>
                <a:latin typeface="Arial"/>
                <a:ea typeface="+mn-ea"/>
                <a:cs typeface="+mn-cs"/>
              </a:rPr>
              <a:t>TRACK 3  ·  DAYS 61–90</a:t>
            </a:r>
          </a:p>
        </p:txBody>
      </p:sp>
      <p:sp>
        <p:nvSpPr>
          <p:cNvPr id="57" name="TextBox 56"/>
          <p:cNvSpPr txBox="1"/>
          <p:nvPr/>
        </p:nvSpPr>
        <p:spPr>
          <a:xfrm>
            <a:off x="8617712" y="4169664"/>
            <a:ext cx="2858008" cy="256032"/>
          </a:xfrm>
          <a:prstGeom prst="roundRect">
            <a:avLst>
              <a:gd name="adj" fmla="val 22000"/>
            </a:avLst>
          </a:prstGeom>
          <a:solidFill>
            <a:srgbClr val="E10500"/>
          </a:solidFill>
        </p:spPr>
        <p:txBody>
          <a:bodyPr wrap="square" lIns="45720" tIns="0" rIns="4572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LISTEN  ·  PMM + GTM + REVOPS + CUSTOMERS</a:t>
            </a:r>
            <a:endParaRPr lang="en-US"/>
          </a:p>
        </p:txBody>
      </p:sp>
      <p:sp>
        <p:nvSpPr>
          <p:cNvPr id="58" name="TextBox 57"/>
          <p:cNvSpPr txBox="1"/>
          <p:nvPr/>
        </p:nvSpPr>
        <p:spPr>
          <a:xfrm>
            <a:off x="2606040" y="4517136"/>
            <a:ext cx="3657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10500"/>
                </a:solidFill>
                <a:effectLst/>
                <a:uLnTx/>
                <a:uFillTx/>
                <a:latin typeface="Arial"/>
                <a:ea typeface="+mn-ea"/>
                <a:cs typeface="+mn-cs"/>
              </a:rPr>
              <a:t>05</a:t>
            </a:r>
          </a:p>
        </p:txBody>
      </p:sp>
      <p:sp>
        <p:nvSpPr>
          <p:cNvPr id="59" name="TextBox 58"/>
          <p:cNvSpPr txBox="1"/>
          <p:nvPr/>
        </p:nvSpPr>
        <p:spPr>
          <a:xfrm>
            <a:off x="3008376" y="4507992"/>
            <a:ext cx="3803904" cy="219456"/>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Install win/loss review</a:t>
            </a:r>
            <a:endParaRPr lang="en-US"/>
          </a:p>
        </p:txBody>
      </p:sp>
      <p:sp>
        <p:nvSpPr>
          <p:cNvPr id="60" name="TextBox 59"/>
          <p:cNvSpPr txBox="1"/>
          <p:nvPr/>
        </p:nvSpPr>
        <p:spPr>
          <a:xfrm>
            <a:off x="3008376" y="4754880"/>
            <a:ext cx="3803904"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Acceptance  ·  Pain points and loss reasons coded monthly; every card cites a named deal</a:t>
            </a:r>
            <a:endParaRPr lang="en-US"/>
          </a:p>
        </p:txBody>
      </p:sp>
      <p:sp>
        <p:nvSpPr>
          <p:cNvPr id="62" name="TextBox 61"/>
          <p:cNvSpPr txBox="1"/>
          <p:nvPr/>
        </p:nvSpPr>
        <p:spPr>
          <a:xfrm>
            <a:off x="7269480" y="4517136"/>
            <a:ext cx="3657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10500"/>
                </a:solidFill>
                <a:effectLst/>
                <a:uLnTx/>
                <a:uFillTx/>
                <a:latin typeface="Arial"/>
                <a:ea typeface="+mn-ea"/>
                <a:cs typeface="+mn-cs"/>
              </a:rPr>
              <a:t>06</a:t>
            </a:r>
          </a:p>
        </p:txBody>
      </p:sp>
      <p:sp>
        <p:nvSpPr>
          <p:cNvPr id="63" name="TextBox 62"/>
          <p:cNvSpPr txBox="1"/>
          <p:nvPr/>
        </p:nvSpPr>
        <p:spPr>
          <a:xfrm>
            <a:off x="7671816" y="4507992"/>
            <a:ext cx="3803904"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Close the intel loop</a:t>
            </a:r>
            <a:endParaRPr lang="en-US"/>
          </a:p>
        </p:txBody>
      </p:sp>
      <p:sp>
        <p:nvSpPr>
          <p:cNvPr id="64" name="TextBox 63"/>
          <p:cNvSpPr txBox="1"/>
          <p:nvPr/>
        </p:nvSpPr>
        <p:spPr>
          <a:xfrm>
            <a:off x="7671816" y="4754880"/>
            <a:ext cx="3803904"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Acceptance  ·  Field input updates the competitive map and segment focus each quarter; roadmap asks logged with deal value</a:t>
            </a:r>
            <a:endParaRPr lang="en-US"/>
          </a:p>
        </p:txBody>
      </p:sp>
      <p:sp>
        <p:nvSpPr>
          <p:cNvPr id="150" name="TextBox 150"/>
          <p:cNvSpPr txBox="1"/>
          <p:nvPr/>
        </p:nvSpPr>
        <p:spPr>
          <a:xfrm>
            <a:off x="2606040" y="1554480"/>
            <a:ext cx="914400" cy="146304"/>
          </a:xfrm>
          <a:prstGeom prst="rect">
            <a:avLst/>
          </a:prstGeom>
          <a:noFill/>
        </p:spPr>
        <p:txBody>
          <a:bodyPr wrap="square" lIns="0" tIns="0" rIns="0" bIns="0" anchor="t"/>
          <a:lstStyle/>
          <a:p>
            <a:pPr algn="l">
              <a:buNone/>
            </a:pPr>
            <a:r>
              <a:rPr lang="en-US" sz="800" b="1">
                <a:solidFill>
                  <a:srgbClr val="A8A096"/>
                </a:solidFill>
                <a:latin typeface="Arial"/>
              </a:rPr>
              <a:t>DAY 0</a:t>
            </a:r>
          </a:p>
        </p:txBody>
      </p:sp>
      <p:sp>
        <p:nvSpPr>
          <p:cNvPr id="151" name="TextBox 151"/>
          <p:cNvSpPr txBox="1"/>
          <p:nvPr/>
        </p:nvSpPr>
        <p:spPr>
          <a:xfrm>
            <a:off x="5105400" y="1554480"/>
            <a:ext cx="914400" cy="146304"/>
          </a:xfrm>
          <a:prstGeom prst="rect">
            <a:avLst/>
          </a:prstGeom>
          <a:noFill/>
        </p:spPr>
        <p:txBody>
          <a:bodyPr wrap="square" lIns="0" tIns="0" rIns="0" bIns="0" anchor="t"/>
          <a:lstStyle/>
          <a:p>
            <a:pPr algn="ctr">
              <a:buNone/>
            </a:pPr>
            <a:r>
              <a:rPr lang="en-US" sz="800" b="1">
                <a:solidFill>
                  <a:srgbClr val="A8A096"/>
                </a:solidFill>
                <a:latin typeface="Arial"/>
              </a:rPr>
              <a:t>DAY 30</a:t>
            </a:r>
          </a:p>
        </p:txBody>
      </p:sp>
      <p:sp>
        <p:nvSpPr>
          <p:cNvPr id="152" name="TextBox 152"/>
          <p:cNvSpPr txBox="1"/>
          <p:nvPr/>
        </p:nvSpPr>
        <p:spPr>
          <a:xfrm>
            <a:off x="8061960" y="1554480"/>
            <a:ext cx="914400" cy="146304"/>
          </a:xfrm>
          <a:prstGeom prst="rect">
            <a:avLst/>
          </a:prstGeom>
          <a:noFill/>
        </p:spPr>
        <p:txBody>
          <a:bodyPr wrap="square" lIns="0" tIns="0" rIns="0" bIns="0" anchor="t"/>
          <a:lstStyle/>
          <a:p>
            <a:pPr algn="ctr">
              <a:buNone/>
            </a:pPr>
            <a:r>
              <a:rPr lang="en-US" sz="800" b="1">
                <a:solidFill>
                  <a:srgbClr val="A8A096"/>
                </a:solidFill>
                <a:latin typeface="Arial"/>
              </a:rPr>
              <a:t>DAY 60</a:t>
            </a:r>
          </a:p>
        </p:txBody>
      </p:sp>
      <p:sp>
        <p:nvSpPr>
          <p:cNvPr id="153" name="TextBox 153"/>
          <p:cNvSpPr txBox="1"/>
          <p:nvPr/>
        </p:nvSpPr>
        <p:spPr>
          <a:xfrm>
            <a:off x="10561320" y="1554480"/>
            <a:ext cx="914400" cy="146304"/>
          </a:xfrm>
          <a:prstGeom prst="rect">
            <a:avLst/>
          </a:prstGeom>
          <a:noFill/>
        </p:spPr>
        <p:txBody>
          <a:bodyPr wrap="square" lIns="0" tIns="0" rIns="0" bIns="0" anchor="t"/>
          <a:lstStyle/>
          <a:p>
            <a:pPr algn="r">
              <a:buNone/>
            </a:pPr>
            <a:r>
              <a:rPr lang="en-US" sz="800" b="1">
                <a:solidFill>
                  <a:srgbClr val="A8A096"/>
                </a:solidFill>
                <a:latin typeface="Arial"/>
              </a:rPr>
              <a:t>DAY 90</a:t>
            </a:r>
          </a:p>
        </p:txBody>
      </p:sp>
      <p:sp>
        <p:nvSpPr>
          <p:cNvPr id="65" name="TextBox 64"/>
          <p:cNvSpPr txBox="1"/>
          <p:nvPr/>
        </p:nvSpPr>
        <p:spPr>
          <a:xfrm>
            <a:off x="658368" y="5788152"/>
            <a:ext cx="10698480"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AFAF4"/>
                </a:solidFill>
                <a:effectLst/>
                <a:uLnTx/>
                <a:uFillTx/>
                <a:latin typeface="Arial"/>
                <a:ea typeface="+mn-ea"/>
                <a:cs typeface="+mn-cs"/>
              </a:rPr>
              <a:t>LAUNCH + ENABLEMENT GATE  ·  A Tier 1 launch ships only with a narrative, a battlecard, a discovery guide, and a certified owner; measured on deal-cycle acceleration from first call to structured POC.</a:t>
            </a:r>
            <a:endParaRPr lang="en-US"/>
          </a:p>
        </p:txBody>
      </p:sp>
      <p:sp>
        <p:nvSpPr>
          <p:cNvPr id="66" name="TextBox 65"/>
          <p:cNvSpPr txBox="1"/>
          <p:nvPr/>
        </p:nvSpPr>
        <p:spPr>
          <a:xfrm>
            <a:off x="566928" y="6400800"/>
            <a:ext cx="10469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8A096"/>
                </a:solidFill>
                <a:effectLst/>
                <a:uLnTx/>
                <a:uFillTx/>
                <a:latin typeface="Arial"/>
                <a:ea typeface="+mn-ea"/>
                <a:cs typeface="+mn-cs"/>
              </a:rPr>
              <a:t>Enablement artifacts and certification cadence are proposed operating standards, not current Mistral practice.</a:t>
            </a:r>
            <a:endParaRPr lang="en-US"/>
          </a:p>
        </p:txBody>
      </p:sp>
      <p:sp>
        <p:nvSpPr>
          <p:cNvPr id="67" name="TextBox 66"/>
          <p:cNvSpPr txBox="1"/>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07</a:t>
            </a:r>
            <a:endParaRPr lang="en-US"/>
          </a:p>
        </p:txBody>
      </p:sp>
      <p:pic>
        <p:nvPicPr>
          <p:cNvPr id="154"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sp>
        <p:nvSpPr>
          <p:cNvPr id="31" name="TextBox 30"/>
          <p:cNvSpPr txBox="1"/>
          <p:nvPr/>
        </p:nvSpPr>
        <p:spPr>
          <a:xfrm>
            <a:off x="621792" y="221462"/>
            <a:ext cx="9326880"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4B00"/>
                </a:solidFill>
                <a:effectLst/>
                <a:uLnTx/>
                <a:uFillTx/>
                <a:latin typeface="Arial"/>
                <a:ea typeface="+mn-ea"/>
                <a:cs typeface="+mn-cs"/>
              </a:rPr>
              <a:t>PROOF-TO-REVENUE  ·  CONVERSION MODEL</a:t>
            </a:r>
          </a:p>
        </p:txBody>
      </p:sp>
      <p:sp>
        <p:nvSpPr>
          <p:cNvPr id="32" name="Title 31"/>
          <p:cNvSpPr txBox="1">
            <a:spLocks noGrp="1"/>
          </p:cNvSpPr>
          <p:nvPr>
            <p:ph type="title"/>
          </p:nvPr>
        </p:nvSpPr>
        <p:spPr>
          <a:xfrm>
            <a:off x="566928" y="594360"/>
            <a:ext cx="11018520" cy="53860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FAFAF4"/>
                </a:solidFill>
                <a:effectLst/>
                <a:uLnTx/>
                <a:uFillTx/>
                <a:latin typeface="Arial"/>
                <a:ea typeface="+mn-ea"/>
                <a:cs typeface="+mn-cs"/>
              </a:rPr>
              <a:t>Turn every win into reusable proof.</a:t>
            </a:r>
          </a:p>
        </p:txBody>
      </p:sp>
      <p:sp>
        <p:nvSpPr>
          <p:cNvPr id="33" name="TextBox 32"/>
          <p:cNvSpPr txBox="1"/>
          <p:nvPr/>
        </p:nvSpPr>
        <p:spPr>
          <a:xfrm>
            <a:off x="566928" y="1133856"/>
            <a:ext cx="109728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One quarter of the engine, stage by stage, with the conversion each stage has to hold.</a:t>
            </a:r>
          </a:p>
        </p:txBody>
      </p:sp>
      <p:cxnSp>
        <p:nvCxnSpPr>
          <p:cNvPr id="34" name="Connector 33"/>
          <p:cNvCxnSpPr/>
          <p:nvPr/>
        </p:nvCxnSpPr>
        <p:spPr>
          <a:xfrm>
            <a:off x="566928" y="1481328"/>
            <a:ext cx="11045952" cy="0"/>
          </a:xfrm>
          <a:prstGeom prst="line">
            <a:avLst/>
          </a:prstGeom>
          <a:ln w="10160">
            <a:solidFill>
              <a:srgbClr val="FA500F"/>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58368" y="1800000"/>
            <a:ext cx="3000000" cy="153888"/>
          </a:xfrm>
          <a:prstGeom prst="rect">
            <a:avLst/>
          </a:prstGeom>
          <a:noFill/>
        </p:spPr>
        <p:txBody>
          <a:bodyPr wrap="square" lIns="0" tIns="0" rIns="0" bIns="0">
            <a:spAutoFit/>
          </a:bodyPr>
          <a:lstStyle/>
          <a:p>
            <a:r>
              <a:rPr lang="en-US" sz="1000" b="1">
                <a:solidFill>
                  <a:srgbClr val="FA500F"/>
                </a:solidFill>
                <a:latin typeface="Arial"/>
              </a:rPr>
              <a:t>THE FUNNEL</a:t>
            </a:r>
            <a:endParaRPr lang="en-US"/>
          </a:p>
        </p:txBody>
      </p:sp>
      <p:sp>
        <p:nvSpPr>
          <p:cNvPr id="150" name="Funnel rule">
            <a:extLst>
              <a:ext uri="{C183D7F6-B498-43B3-948B-1728B52AA6E4}">
                <adec:decorative xmlns:adec="http://schemas.microsoft.com/office/drawing/2017/decorative" val="1"/>
              </a:ext>
            </a:extLst>
          </p:cNvPr>
          <p:cNvSpPr/>
          <p:nvPr/>
        </p:nvSpPr>
        <p:spPr>
          <a:xfrm>
            <a:off x="4956048" y="2011680"/>
            <a:ext cx="9144" cy="2688336"/>
          </a:xfrm>
          <a:prstGeom prst="rect">
            <a:avLst/>
          </a:prstGeom>
          <a:solidFill>
            <a:srgbClr val="3E362E"/>
          </a:solidFill>
          <a:ln>
            <a:noFill/>
          </a:ln>
          <a:effectLst/>
        </p:spPr>
        <p:txBody>
          <a:bodyPr rtlCol="0" anchor="ctr"/>
          <a:lstStyle/>
          <a:p>
            <a:endParaRPr lang="en-US"/>
          </a:p>
        </p:txBody>
      </p:sp>
      <p:sp>
        <p:nvSpPr>
          <p:cNvPr id="73" name="Rectangle 72"/>
          <p:cNvSpPr/>
          <p:nvPr/>
        </p:nvSpPr>
        <p:spPr>
          <a:xfrm>
            <a:off x="658368" y="2011680"/>
            <a:ext cx="4279392" cy="402336"/>
          </a:xfrm>
          <a:prstGeom prst="roundRect">
            <a:avLst>
              <a:gd name="adj" fmla="val 12000"/>
            </a:avLst>
          </a:prstGeom>
          <a:solidFill>
            <a:srgbClr val="FFA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TextBox 73"/>
          <p:cNvSpPr txBox="1"/>
          <p:nvPr/>
        </p:nvSpPr>
        <p:spPr>
          <a:xfrm>
            <a:off x="4114800" y="2112264"/>
            <a:ext cx="676656" cy="184666"/>
          </a:xfrm>
          <a:prstGeom prst="rect">
            <a:avLst/>
          </a:prstGeom>
          <a:noFill/>
        </p:spPr>
        <p:txBody>
          <a:bodyPr wrap="square" lIns="0" tIns="0" rIns="0" bIns="0">
            <a:spAutoFit/>
          </a:bodyPr>
          <a:lstStyle/>
          <a:p>
            <a:pPr algn="r"/>
            <a:r>
              <a:rPr lang="en-US" sz="1200" b="1">
                <a:solidFill>
                  <a:srgbClr val="1A1512"/>
                </a:solidFill>
                <a:latin typeface="Arial"/>
              </a:rPr>
              <a:t>25,000</a:t>
            </a:r>
            <a:endParaRPr lang="en-US"/>
          </a:p>
        </p:txBody>
      </p:sp>
      <p:sp>
        <p:nvSpPr>
          <p:cNvPr id="77" name="Rectangle 76"/>
          <p:cNvSpPr/>
          <p:nvPr/>
        </p:nvSpPr>
        <p:spPr>
          <a:xfrm>
            <a:off x="882396" y="2468880"/>
            <a:ext cx="3831336" cy="402336"/>
          </a:xfrm>
          <a:prstGeom prst="roundRect">
            <a:avLst>
              <a:gd name="adj" fmla="val 12000"/>
            </a:avLst>
          </a:prstGeom>
          <a:solidFill>
            <a:srgbClr val="FF9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TextBox 77"/>
          <p:cNvSpPr txBox="1"/>
          <p:nvPr/>
        </p:nvSpPr>
        <p:spPr>
          <a:xfrm>
            <a:off x="3890772" y="2569464"/>
            <a:ext cx="676656" cy="184666"/>
          </a:xfrm>
          <a:prstGeom prst="rect">
            <a:avLst/>
          </a:prstGeom>
          <a:noFill/>
        </p:spPr>
        <p:txBody>
          <a:bodyPr wrap="square" lIns="0" tIns="0" rIns="0" bIns="0">
            <a:spAutoFit/>
          </a:bodyPr>
          <a:lstStyle/>
          <a:p>
            <a:pPr algn="r"/>
            <a:r>
              <a:rPr lang="en-US" sz="1200" b="1">
                <a:solidFill>
                  <a:srgbClr val="1A1512"/>
                </a:solidFill>
                <a:latin typeface="Arial"/>
              </a:rPr>
              <a:t>1,200</a:t>
            </a:r>
            <a:endParaRPr lang="en-US"/>
          </a:p>
        </p:txBody>
      </p:sp>
      <p:sp>
        <p:nvSpPr>
          <p:cNvPr id="79" name="TextBox 78"/>
          <p:cNvSpPr txBox="1"/>
          <p:nvPr/>
        </p:nvSpPr>
        <p:spPr>
          <a:xfrm>
            <a:off x="5074920" y="2569464"/>
            <a:ext cx="1325880" cy="182880"/>
          </a:xfrm>
          <a:prstGeom prst="rect">
            <a:avLst/>
          </a:prstGeom>
          <a:noFill/>
        </p:spPr>
        <p:txBody>
          <a:bodyPr wrap="square" lIns="0" tIns="0" rIns="0" bIns="0">
            <a:spAutoFit/>
          </a:bodyPr>
          <a:lstStyle/>
          <a:p>
            <a:r>
              <a:rPr lang="en-US" sz="1000" b="0">
                <a:solidFill>
                  <a:srgbClr val="A8A096"/>
                </a:solidFill>
                <a:latin typeface="Arial"/>
              </a:rPr>
              <a:t>4.8% of sessions</a:t>
            </a:r>
            <a:endParaRPr lang="en-US"/>
          </a:p>
        </p:txBody>
      </p:sp>
      <p:sp>
        <p:nvSpPr>
          <p:cNvPr id="82" name="Rectangle 81"/>
          <p:cNvSpPr/>
          <p:nvPr/>
        </p:nvSpPr>
        <p:spPr>
          <a:xfrm>
            <a:off x="1110996" y="2926080"/>
            <a:ext cx="3374136" cy="402336"/>
          </a:xfrm>
          <a:prstGeom prst="roundRect">
            <a:avLst>
              <a:gd name="adj" fmla="val 12000"/>
            </a:avLst>
          </a:prstGeom>
          <a:solidFill>
            <a:srgbClr val="FF82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TextBox 82"/>
          <p:cNvSpPr txBox="1"/>
          <p:nvPr/>
        </p:nvSpPr>
        <p:spPr>
          <a:xfrm>
            <a:off x="3662172" y="3026664"/>
            <a:ext cx="676656" cy="184666"/>
          </a:xfrm>
          <a:prstGeom prst="rect">
            <a:avLst/>
          </a:prstGeom>
          <a:noFill/>
        </p:spPr>
        <p:txBody>
          <a:bodyPr wrap="square" lIns="0" tIns="0" rIns="0" bIns="0">
            <a:spAutoFit/>
          </a:bodyPr>
          <a:lstStyle/>
          <a:p>
            <a:pPr algn="r"/>
            <a:r>
              <a:rPr lang="en-US" sz="1200" b="1">
                <a:solidFill>
                  <a:srgbClr val="1A1512"/>
                </a:solidFill>
                <a:latin typeface="Arial"/>
              </a:rPr>
              <a:t>180</a:t>
            </a:r>
            <a:endParaRPr lang="en-US"/>
          </a:p>
        </p:txBody>
      </p:sp>
      <p:sp>
        <p:nvSpPr>
          <p:cNvPr id="84" name="TextBox 83"/>
          <p:cNvSpPr txBox="1"/>
          <p:nvPr/>
        </p:nvSpPr>
        <p:spPr>
          <a:xfrm>
            <a:off x="5074920" y="3026664"/>
            <a:ext cx="1325880" cy="182880"/>
          </a:xfrm>
          <a:prstGeom prst="rect">
            <a:avLst/>
          </a:prstGeom>
          <a:noFill/>
        </p:spPr>
        <p:txBody>
          <a:bodyPr wrap="square" lIns="0" tIns="0" rIns="0" bIns="0">
            <a:spAutoFit/>
          </a:bodyPr>
          <a:lstStyle/>
          <a:p>
            <a:r>
              <a:rPr lang="en-US" sz="1000" b="0">
                <a:solidFill>
                  <a:srgbClr val="A8A096"/>
                </a:solidFill>
                <a:latin typeface="Arial"/>
              </a:rPr>
              <a:t>15% of activations</a:t>
            </a:r>
            <a:endParaRPr lang="en-US"/>
          </a:p>
        </p:txBody>
      </p:sp>
      <p:sp>
        <p:nvSpPr>
          <p:cNvPr id="87" name="Rectangle 86"/>
          <p:cNvSpPr/>
          <p:nvPr/>
        </p:nvSpPr>
        <p:spPr>
          <a:xfrm>
            <a:off x="1335024" y="3383280"/>
            <a:ext cx="2926080" cy="402336"/>
          </a:xfrm>
          <a:prstGeom prst="roundRect">
            <a:avLst>
              <a:gd name="adj" fmla="val 12000"/>
            </a:avLst>
          </a:prstGeom>
          <a:solidFill>
            <a:srgbClr val="FA5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TextBox 87"/>
          <p:cNvSpPr txBox="1"/>
          <p:nvPr/>
        </p:nvSpPr>
        <p:spPr>
          <a:xfrm>
            <a:off x="3438144" y="3483864"/>
            <a:ext cx="676656" cy="184666"/>
          </a:xfrm>
          <a:prstGeom prst="rect">
            <a:avLst/>
          </a:prstGeom>
          <a:noFill/>
        </p:spPr>
        <p:txBody>
          <a:bodyPr wrap="square" lIns="0" tIns="0" rIns="0" bIns="0">
            <a:spAutoFit/>
          </a:bodyPr>
          <a:lstStyle/>
          <a:p>
            <a:pPr algn="r"/>
            <a:r>
              <a:rPr lang="en-US" sz="1200" b="1">
                <a:solidFill>
                  <a:srgbClr val="FFFFFF"/>
                </a:solidFill>
                <a:latin typeface="Arial"/>
              </a:rPr>
              <a:t>45</a:t>
            </a:r>
            <a:endParaRPr lang="en-US"/>
          </a:p>
        </p:txBody>
      </p:sp>
      <p:sp>
        <p:nvSpPr>
          <p:cNvPr id="89" name="TextBox 88"/>
          <p:cNvSpPr txBox="1"/>
          <p:nvPr/>
        </p:nvSpPr>
        <p:spPr>
          <a:xfrm>
            <a:off x="5074920" y="3483864"/>
            <a:ext cx="1325880" cy="182880"/>
          </a:xfrm>
          <a:prstGeom prst="rect">
            <a:avLst/>
          </a:prstGeom>
          <a:noFill/>
        </p:spPr>
        <p:txBody>
          <a:bodyPr wrap="square" lIns="0" tIns="0" rIns="0" bIns="0">
            <a:spAutoFit/>
          </a:bodyPr>
          <a:lstStyle/>
          <a:p>
            <a:r>
              <a:rPr lang="en-US" sz="1000" b="0">
                <a:solidFill>
                  <a:srgbClr val="A8A096"/>
                </a:solidFill>
                <a:latin typeface="Arial"/>
              </a:rPr>
              <a:t>25% of plays</a:t>
            </a:r>
            <a:endParaRPr lang="en-US"/>
          </a:p>
        </p:txBody>
      </p:sp>
      <p:sp>
        <p:nvSpPr>
          <p:cNvPr id="92" name="Rectangle 91"/>
          <p:cNvSpPr/>
          <p:nvPr/>
        </p:nvSpPr>
        <p:spPr>
          <a:xfrm>
            <a:off x="1563624" y="3840480"/>
            <a:ext cx="2468880" cy="402336"/>
          </a:xfrm>
          <a:prstGeom prst="roundRect">
            <a:avLst>
              <a:gd name="adj" fmla="val 12000"/>
            </a:avLst>
          </a:prstGeom>
          <a:solidFill>
            <a:srgbClr val="EE2A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TextBox 92"/>
          <p:cNvSpPr txBox="1"/>
          <p:nvPr/>
        </p:nvSpPr>
        <p:spPr>
          <a:xfrm>
            <a:off x="3209544" y="3941064"/>
            <a:ext cx="676656" cy="184666"/>
          </a:xfrm>
          <a:prstGeom prst="rect">
            <a:avLst/>
          </a:prstGeom>
          <a:noFill/>
        </p:spPr>
        <p:txBody>
          <a:bodyPr wrap="square" lIns="0" tIns="0" rIns="0" bIns="0">
            <a:spAutoFit/>
          </a:bodyPr>
          <a:lstStyle/>
          <a:p>
            <a:pPr algn="r"/>
            <a:r>
              <a:rPr lang="en-US" sz="1200" b="1">
                <a:solidFill>
                  <a:srgbClr val="FFFFFF"/>
                </a:solidFill>
                <a:latin typeface="Arial"/>
              </a:rPr>
              <a:t>18</a:t>
            </a:r>
            <a:endParaRPr lang="en-US"/>
          </a:p>
        </p:txBody>
      </p:sp>
      <p:sp>
        <p:nvSpPr>
          <p:cNvPr id="94" name="TextBox 93"/>
          <p:cNvSpPr txBox="1"/>
          <p:nvPr/>
        </p:nvSpPr>
        <p:spPr>
          <a:xfrm>
            <a:off x="5074920" y="3941064"/>
            <a:ext cx="1325880" cy="182880"/>
          </a:xfrm>
          <a:prstGeom prst="rect">
            <a:avLst/>
          </a:prstGeom>
          <a:noFill/>
        </p:spPr>
        <p:txBody>
          <a:bodyPr wrap="square" lIns="0" tIns="0" rIns="0" bIns="0">
            <a:spAutoFit/>
          </a:bodyPr>
          <a:lstStyle/>
          <a:p>
            <a:r>
              <a:rPr lang="en-US" sz="1000" b="0">
                <a:solidFill>
                  <a:srgbClr val="A8A096"/>
                </a:solidFill>
                <a:latin typeface="Arial"/>
              </a:rPr>
              <a:t>40% of POCs</a:t>
            </a:r>
            <a:endParaRPr lang="en-US"/>
          </a:p>
        </p:txBody>
      </p:sp>
      <p:sp>
        <p:nvSpPr>
          <p:cNvPr id="97" name="Rectangle 96"/>
          <p:cNvSpPr/>
          <p:nvPr/>
        </p:nvSpPr>
        <p:spPr>
          <a:xfrm>
            <a:off x="1787652" y="4297680"/>
            <a:ext cx="2020824" cy="402336"/>
          </a:xfrm>
          <a:prstGeom prst="roundRect">
            <a:avLst>
              <a:gd name="adj" fmla="val 12000"/>
            </a:avLst>
          </a:prstGeom>
          <a:solidFill>
            <a:srgbClr val="E10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TextBox 97"/>
          <p:cNvSpPr txBox="1"/>
          <p:nvPr/>
        </p:nvSpPr>
        <p:spPr>
          <a:xfrm>
            <a:off x="2985516" y="4398264"/>
            <a:ext cx="676656" cy="184666"/>
          </a:xfrm>
          <a:prstGeom prst="rect">
            <a:avLst/>
          </a:prstGeom>
          <a:noFill/>
        </p:spPr>
        <p:txBody>
          <a:bodyPr wrap="square" lIns="0" tIns="0" rIns="0" bIns="0">
            <a:spAutoFit/>
          </a:bodyPr>
          <a:lstStyle/>
          <a:p>
            <a:pPr algn="r"/>
            <a:r>
              <a:rPr lang="en-US" sz="1200" b="1">
                <a:solidFill>
                  <a:srgbClr val="FFFFFF"/>
                </a:solidFill>
                <a:latin typeface="Arial"/>
              </a:rPr>
              <a:t>18</a:t>
            </a:r>
            <a:endParaRPr lang="en-US"/>
          </a:p>
        </p:txBody>
      </p:sp>
      <p:sp>
        <p:nvSpPr>
          <p:cNvPr id="99" name="TextBox 98"/>
          <p:cNvSpPr txBox="1"/>
          <p:nvPr/>
        </p:nvSpPr>
        <p:spPr>
          <a:xfrm>
            <a:off x="5074920" y="4398264"/>
            <a:ext cx="1325880" cy="182880"/>
          </a:xfrm>
          <a:prstGeom prst="rect">
            <a:avLst/>
          </a:prstGeom>
          <a:noFill/>
        </p:spPr>
        <p:txBody>
          <a:bodyPr wrap="square" lIns="0" tIns="0" rIns="0" bIns="0">
            <a:spAutoFit/>
          </a:bodyPr>
          <a:lstStyle/>
          <a:p>
            <a:r>
              <a:rPr lang="en-US" sz="1000" b="0">
                <a:solidFill>
                  <a:srgbClr val="A8A096"/>
                </a:solidFill>
                <a:latin typeface="Arial"/>
              </a:rPr>
              <a:t>100% of wins</a:t>
            </a:r>
            <a:endParaRPr lang="en-US"/>
          </a:p>
        </p:txBody>
      </p:sp>
      <p:sp>
        <p:nvSpPr>
          <p:cNvPr id="100" name="TextBox 99"/>
          <p:cNvSpPr txBox="1"/>
          <p:nvPr/>
        </p:nvSpPr>
        <p:spPr>
          <a:xfrm>
            <a:off x="658368" y="4900000"/>
            <a:ext cx="2400000" cy="153888"/>
          </a:xfrm>
          <a:prstGeom prst="rect">
            <a:avLst/>
          </a:prstGeom>
          <a:noFill/>
        </p:spPr>
        <p:txBody>
          <a:bodyPr wrap="square" lIns="0" tIns="0" rIns="0" bIns="0">
            <a:spAutoFit/>
          </a:bodyPr>
          <a:lstStyle/>
          <a:p>
            <a:r>
              <a:rPr lang="en-US" sz="1000" b="1">
                <a:solidFill>
                  <a:srgbClr val="FA500F"/>
                </a:solidFill>
                <a:latin typeface="Arial"/>
              </a:rPr>
              <a:t>TWO DEMAND FRANCHISES</a:t>
            </a:r>
            <a:endParaRPr lang="en-US"/>
          </a:p>
        </p:txBody>
      </p:sp>
      <p:sp>
        <p:nvSpPr>
          <p:cNvPr id="101" name="TextBox 100"/>
          <p:cNvSpPr txBox="1"/>
          <p:nvPr/>
        </p:nvSpPr>
        <p:spPr>
          <a:xfrm>
            <a:off x="658368" y="5120000"/>
            <a:ext cx="5600000" cy="369332"/>
          </a:xfrm>
          <a:prstGeom prst="rect">
            <a:avLst/>
          </a:prstGeom>
          <a:noFill/>
        </p:spPr>
        <p:txBody>
          <a:bodyPr wrap="square" lIns="0" tIns="0" rIns="0" bIns="0">
            <a:spAutoFit/>
          </a:bodyPr>
          <a:lstStyle/>
          <a:p>
            <a:r>
              <a:rPr lang="en-US" sz="1200" b="0">
                <a:solidFill>
                  <a:srgbClr val="A8A096"/>
                </a:solidFill>
                <a:latin typeface="Arial"/>
              </a:rPr>
              <a:t>Enterprise AI Production Gap  ·  category POV, benchmark, leadership forum
Agent Reliability Lab  ·  durable execution, traces, evaluations</a:t>
            </a:r>
            <a:endParaRPr lang="en-US"/>
          </a:p>
        </p:txBody>
      </p:sp>
      <p:sp>
        <p:nvSpPr>
          <p:cNvPr id="102" name="TextBox 101"/>
          <p:cNvSpPr txBox="1"/>
          <p:nvPr/>
        </p:nvSpPr>
        <p:spPr>
          <a:xfrm>
            <a:off x="6900000" y="1800000"/>
            <a:ext cx="3000000" cy="153888"/>
          </a:xfrm>
          <a:prstGeom prst="rect">
            <a:avLst/>
          </a:prstGeom>
          <a:noFill/>
        </p:spPr>
        <p:txBody>
          <a:bodyPr wrap="square" lIns="0" tIns="0" rIns="0" bIns="0">
            <a:spAutoFit/>
          </a:bodyPr>
          <a:lstStyle/>
          <a:p>
            <a:r>
              <a:rPr lang="en-US" sz="1000" b="1">
                <a:solidFill>
                  <a:srgbClr val="FA500F"/>
                </a:solidFill>
                <a:latin typeface="Arial"/>
              </a:rPr>
              <a:t>FIVE FIELD PLAYS</a:t>
            </a:r>
            <a:endParaRPr lang="en-US"/>
          </a:p>
        </p:txBody>
      </p:sp>
      <p:sp>
        <p:nvSpPr>
          <p:cNvPr id="103" name="TextBox 102"/>
          <p:cNvSpPr txBox="1"/>
          <p:nvPr/>
        </p:nvSpPr>
        <p:spPr>
          <a:xfrm>
            <a:off x="6900000" y="2160000"/>
            <a:ext cx="300000" cy="184666"/>
          </a:xfrm>
          <a:prstGeom prst="rect">
            <a:avLst/>
          </a:prstGeom>
          <a:noFill/>
        </p:spPr>
        <p:txBody>
          <a:bodyPr wrap="square" lIns="0" tIns="0" rIns="0" bIns="0">
            <a:spAutoFit/>
          </a:bodyPr>
          <a:lstStyle/>
          <a:p>
            <a:r>
              <a:rPr lang="en-US" sz="1200" b="1">
                <a:solidFill>
                  <a:srgbClr val="FA500F"/>
                </a:solidFill>
                <a:latin typeface="Arial"/>
              </a:rPr>
              <a:t>01</a:t>
            </a:r>
            <a:endParaRPr lang="en-US"/>
          </a:p>
        </p:txBody>
      </p:sp>
      <p:sp>
        <p:nvSpPr>
          <p:cNvPr id="104" name="TextBox 103"/>
          <p:cNvSpPr txBox="1"/>
          <p:nvPr/>
        </p:nvSpPr>
        <p:spPr>
          <a:xfrm>
            <a:off x="7280000" y="2160000"/>
            <a:ext cx="3900000" cy="184666"/>
          </a:xfrm>
          <a:prstGeom prst="rect">
            <a:avLst/>
          </a:prstGeom>
          <a:noFill/>
        </p:spPr>
        <p:txBody>
          <a:bodyPr wrap="square" lIns="0" tIns="0" rIns="0" bIns="0">
            <a:spAutoFit/>
          </a:bodyPr>
          <a:lstStyle/>
          <a:p>
            <a:r>
              <a:rPr lang="en-US" sz="1200" b="0">
                <a:solidFill>
                  <a:srgbClr val="FAFAF4"/>
                </a:solidFill>
                <a:latin typeface="Arial"/>
              </a:rPr>
              <a:t>Prototype → production</a:t>
            </a:r>
            <a:endParaRPr lang="en-US"/>
          </a:p>
        </p:txBody>
      </p:sp>
      <p:sp>
        <p:nvSpPr>
          <p:cNvPr id="105" name="TextBox 104"/>
          <p:cNvSpPr txBox="1"/>
          <p:nvPr/>
        </p:nvSpPr>
        <p:spPr>
          <a:xfrm>
            <a:off x="6900000" y="2480000"/>
            <a:ext cx="300000" cy="184666"/>
          </a:xfrm>
          <a:prstGeom prst="rect">
            <a:avLst/>
          </a:prstGeom>
          <a:noFill/>
        </p:spPr>
        <p:txBody>
          <a:bodyPr wrap="square" lIns="0" tIns="0" rIns="0" bIns="0">
            <a:spAutoFit/>
          </a:bodyPr>
          <a:lstStyle/>
          <a:p>
            <a:r>
              <a:rPr lang="en-US" sz="1200" b="1">
                <a:solidFill>
                  <a:srgbClr val="FA500F"/>
                </a:solidFill>
                <a:latin typeface="Arial"/>
              </a:rPr>
              <a:t>02</a:t>
            </a:r>
            <a:endParaRPr lang="en-US"/>
          </a:p>
        </p:txBody>
      </p:sp>
      <p:sp>
        <p:nvSpPr>
          <p:cNvPr id="106" name="TextBox 105"/>
          <p:cNvSpPr txBox="1"/>
          <p:nvPr/>
        </p:nvSpPr>
        <p:spPr>
          <a:xfrm>
            <a:off x="7280000" y="2480000"/>
            <a:ext cx="3900000" cy="184666"/>
          </a:xfrm>
          <a:prstGeom prst="rect">
            <a:avLst/>
          </a:prstGeom>
          <a:noFill/>
        </p:spPr>
        <p:txBody>
          <a:bodyPr wrap="square" lIns="0" tIns="0" rIns="0" bIns="0">
            <a:spAutoFit/>
          </a:bodyPr>
          <a:lstStyle/>
          <a:p>
            <a:r>
              <a:rPr lang="en-US" sz="1200" b="0">
                <a:solidFill>
                  <a:srgbClr val="FAFAF4"/>
                </a:solidFill>
                <a:latin typeface="Arial"/>
              </a:rPr>
              <a:t>Reliable agentic AI</a:t>
            </a:r>
            <a:endParaRPr lang="en-US"/>
          </a:p>
        </p:txBody>
      </p:sp>
      <p:sp>
        <p:nvSpPr>
          <p:cNvPr id="107" name="TextBox 106"/>
          <p:cNvSpPr txBox="1"/>
          <p:nvPr/>
        </p:nvSpPr>
        <p:spPr>
          <a:xfrm>
            <a:off x="6900000" y="2800000"/>
            <a:ext cx="300000" cy="184666"/>
          </a:xfrm>
          <a:prstGeom prst="rect">
            <a:avLst/>
          </a:prstGeom>
          <a:noFill/>
        </p:spPr>
        <p:txBody>
          <a:bodyPr wrap="square" lIns="0" tIns="0" rIns="0" bIns="0">
            <a:spAutoFit/>
          </a:bodyPr>
          <a:lstStyle/>
          <a:p>
            <a:r>
              <a:rPr lang="en-US" sz="1200" b="1">
                <a:solidFill>
                  <a:srgbClr val="FA500F"/>
                </a:solidFill>
                <a:latin typeface="Arial"/>
              </a:rPr>
              <a:t>03</a:t>
            </a:r>
            <a:endParaRPr lang="en-US"/>
          </a:p>
        </p:txBody>
      </p:sp>
      <p:sp>
        <p:nvSpPr>
          <p:cNvPr id="108" name="TextBox 107"/>
          <p:cNvSpPr txBox="1"/>
          <p:nvPr/>
        </p:nvSpPr>
        <p:spPr>
          <a:xfrm>
            <a:off x="7280000" y="2800000"/>
            <a:ext cx="3900000" cy="184666"/>
          </a:xfrm>
          <a:prstGeom prst="rect">
            <a:avLst/>
          </a:prstGeom>
          <a:noFill/>
        </p:spPr>
        <p:txBody>
          <a:bodyPr wrap="square" lIns="0" tIns="0" rIns="0" bIns="0">
            <a:spAutoFit/>
          </a:bodyPr>
          <a:lstStyle/>
          <a:p>
            <a:r>
              <a:rPr lang="en-US" sz="1200" b="0">
                <a:solidFill>
                  <a:srgbClr val="FAFAF4"/>
                </a:solidFill>
                <a:latin typeface="Arial"/>
              </a:rPr>
              <a:t>AI quality and evaluation</a:t>
            </a:r>
            <a:endParaRPr lang="en-US"/>
          </a:p>
        </p:txBody>
      </p:sp>
      <p:sp>
        <p:nvSpPr>
          <p:cNvPr id="109" name="TextBox 108"/>
          <p:cNvSpPr txBox="1"/>
          <p:nvPr/>
        </p:nvSpPr>
        <p:spPr>
          <a:xfrm>
            <a:off x="6900000" y="3120000"/>
            <a:ext cx="300000" cy="184666"/>
          </a:xfrm>
          <a:prstGeom prst="rect">
            <a:avLst/>
          </a:prstGeom>
          <a:noFill/>
        </p:spPr>
        <p:txBody>
          <a:bodyPr wrap="square" lIns="0" tIns="0" rIns="0" bIns="0">
            <a:spAutoFit/>
          </a:bodyPr>
          <a:lstStyle/>
          <a:p>
            <a:r>
              <a:rPr lang="en-US" sz="1200" b="1">
                <a:solidFill>
                  <a:srgbClr val="FA500F"/>
                </a:solidFill>
                <a:latin typeface="Arial"/>
              </a:rPr>
              <a:t>04</a:t>
            </a:r>
            <a:endParaRPr lang="en-US"/>
          </a:p>
        </p:txBody>
      </p:sp>
      <p:sp>
        <p:nvSpPr>
          <p:cNvPr id="110" name="TextBox 109"/>
          <p:cNvSpPr txBox="1"/>
          <p:nvPr/>
        </p:nvSpPr>
        <p:spPr>
          <a:xfrm>
            <a:off x="7280000" y="3120000"/>
            <a:ext cx="3900000" cy="184666"/>
          </a:xfrm>
          <a:prstGeom prst="rect">
            <a:avLst/>
          </a:prstGeom>
          <a:noFill/>
        </p:spPr>
        <p:txBody>
          <a:bodyPr wrap="square" lIns="0" tIns="0" rIns="0" bIns="0">
            <a:spAutoFit/>
          </a:bodyPr>
          <a:lstStyle/>
          <a:p>
            <a:r>
              <a:rPr lang="en-US" sz="1200" b="0">
                <a:solidFill>
                  <a:srgbClr val="FAFAF4"/>
                </a:solidFill>
                <a:latin typeface="Arial"/>
              </a:rPr>
              <a:t>Sovereign / controlled AI</a:t>
            </a:r>
            <a:endParaRPr lang="en-US"/>
          </a:p>
        </p:txBody>
      </p:sp>
      <p:sp>
        <p:nvSpPr>
          <p:cNvPr id="111" name="TextBox 110"/>
          <p:cNvSpPr txBox="1"/>
          <p:nvPr/>
        </p:nvSpPr>
        <p:spPr>
          <a:xfrm>
            <a:off x="6900000" y="3440000"/>
            <a:ext cx="300000" cy="184666"/>
          </a:xfrm>
          <a:prstGeom prst="rect">
            <a:avLst/>
          </a:prstGeom>
          <a:noFill/>
        </p:spPr>
        <p:txBody>
          <a:bodyPr wrap="square" lIns="0" tIns="0" rIns="0" bIns="0">
            <a:spAutoFit/>
          </a:bodyPr>
          <a:lstStyle/>
          <a:p>
            <a:r>
              <a:rPr lang="en-US" sz="1200" b="1">
                <a:solidFill>
                  <a:srgbClr val="FA500F"/>
                </a:solidFill>
                <a:latin typeface="Arial"/>
              </a:rPr>
              <a:t>05</a:t>
            </a:r>
            <a:endParaRPr lang="en-US"/>
          </a:p>
        </p:txBody>
      </p:sp>
      <p:sp>
        <p:nvSpPr>
          <p:cNvPr id="112" name="TextBox 111"/>
          <p:cNvSpPr txBox="1"/>
          <p:nvPr/>
        </p:nvSpPr>
        <p:spPr>
          <a:xfrm>
            <a:off x="7280000" y="3440000"/>
            <a:ext cx="3900000" cy="184666"/>
          </a:xfrm>
          <a:prstGeom prst="rect">
            <a:avLst/>
          </a:prstGeom>
          <a:noFill/>
        </p:spPr>
        <p:txBody>
          <a:bodyPr wrap="square" lIns="0" tIns="0" rIns="0" bIns="0">
            <a:spAutoFit/>
          </a:bodyPr>
          <a:lstStyle/>
          <a:p>
            <a:r>
              <a:rPr lang="en-US" sz="1200" b="0">
                <a:solidFill>
                  <a:srgbClr val="FAFAF4"/>
                </a:solidFill>
                <a:latin typeface="Arial"/>
              </a:rPr>
              <a:t>Use case → platform</a:t>
            </a:r>
            <a:endParaRPr lang="en-US"/>
          </a:p>
        </p:txBody>
      </p:sp>
      <p:sp>
        <p:nvSpPr>
          <p:cNvPr id="113" name="TextBox 112"/>
          <p:cNvSpPr txBox="1"/>
          <p:nvPr/>
        </p:nvSpPr>
        <p:spPr>
          <a:xfrm>
            <a:off x="6900000" y="3960000"/>
            <a:ext cx="3000000" cy="153888"/>
          </a:xfrm>
          <a:prstGeom prst="rect">
            <a:avLst/>
          </a:prstGeom>
          <a:noFill/>
        </p:spPr>
        <p:txBody>
          <a:bodyPr wrap="square" lIns="0" tIns="0" rIns="0" bIns="0">
            <a:spAutoFit/>
          </a:bodyPr>
          <a:lstStyle/>
          <a:p>
            <a:r>
              <a:rPr lang="en-US" sz="1000" b="1">
                <a:solidFill>
                  <a:srgbClr val="FA500F"/>
                </a:solidFill>
                <a:latin typeface="Arial"/>
              </a:rPr>
              <a:t>ONE POC STANDARD</a:t>
            </a:r>
            <a:endParaRPr lang="en-US"/>
          </a:p>
        </p:txBody>
      </p:sp>
      <p:sp>
        <p:nvSpPr>
          <p:cNvPr id="114" name="TextBox 113"/>
          <p:cNvSpPr txBox="1"/>
          <p:nvPr/>
        </p:nvSpPr>
        <p:spPr>
          <a:xfrm>
            <a:off x="6900000" y="4320000"/>
            <a:ext cx="2100000" cy="184666"/>
          </a:xfrm>
          <a:prstGeom prst="rect">
            <a:avLst/>
          </a:prstGeom>
          <a:noFill/>
        </p:spPr>
        <p:txBody>
          <a:bodyPr wrap="square" lIns="0" tIns="0" rIns="0" bIns="0">
            <a:spAutoFit/>
          </a:bodyPr>
          <a:lstStyle/>
          <a:p>
            <a:r>
              <a:rPr lang="en-US" sz="1200" b="0">
                <a:solidFill>
                  <a:srgbClr val="A8A096"/>
                </a:solidFill>
                <a:latin typeface="Arial"/>
              </a:rPr>
              <a:t>—  Business outcome</a:t>
            </a:r>
            <a:endParaRPr lang="en-US"/>
          </a:p>
        </p:txBody>
      </p:sp>
      <p:sp>
        <p:nvSpPr>
          <p:cNvPr id="115" name="TextBox 114"/>
          <p:cNvSpPr txBox="1"/>
          <p:nvPr/>
        </p:nvSpPr>
        <p:spPr>
          <a:xfrm>
            <a:off x="6900000" y="4620000"/>
            <a:ext cx="2100000" cy="184666"/>
          </a:xfrm>
          <a:prstGeom prst="rect">
            <a:avLst/>
          </a:prstGeom>
          <a:noFill/>
        </p:spPr>
        <p:txBody>
          <a:bodyPr wrap="square" lIns="0" tIns="0" rIns="0" bIns="0">
            <a:spAutoFit/>
          </a:bodyPr>
          <a:lstStyle/>
          <a:p>
            <a:r>
              <a:rPr lang="en-US" sz="1200" b="0">
                <a:solidFill>
                  <a:srgbClr val="A8A096"/>
                </a:solidFill>
                <a:latin typeface="Arial"/>
              </a:rPr>
              <a:t>—  Quality bar</a:t>
            </a:r>
            <a:endParaRPr lang="en-US"/>
          </a:p>
        </p:txBody>
      </p:sp>
      <p:sp>
        <p:nvSpPr>
          <p:cNvPr id="116" name="TextBox 115"/>
          <p:cNvSpPr txBox="1"/>
          <p:nvPr/>
        </p:nvSpPr>
        <p:spPr>
          <a:xfrm>
            <a:off x="6900000" y="4920000"/>
            <a:ext cx="2100000" cy="184666"/>
          </a:xfrm>
          <a:prstGeom prst="rect">
            <a:avLst/>
          </a:prstGeom>
          <a:noFill/>
        </p:spPr>
        <p:txBody>
          <a:bodyPr wrap="square" lIns="0" tIns="0" rIns="0" bIns="0">
            <a:spAutoFit/>
          </a:bodyPr>
          <a:lstStyle/>
          <a:p>
            <a:r>
              <a:rPr lang="en-US" sz="1200" b="0">
                <a:solidFill>
                  <a:srgbClr val="A8A096"/>
                </a:solidFill>
                <a:latin typeface="Arial"/>
              </a:rPr>
              <a:t>—  Engineering owner</a:t>
            </a:r>
            <a:endParaRPr lang="en-US"/>
          </a:p>
        </p:txBody>
      </p:sp>
      <p:sp>
        <p:nvSpPr>
          <p:cNvPr id="117" name="TextBox 116"/>
          <p:cNvSpPr txBox="1"/>
          <p:nvPr/>
        </p:nvSpPr>
        <p:spPr>
          <a:xfrm>
            <a:off x="9150000" y="4320000"/>
            <a:ext cx="2100000" cy="184666"/>
          </a:xfrm>
          <a:prstGeom prst="rect">
            <a:avLst/>
          </a:prstGeom>
          <a:noFill/>
        </p:spPr>
        <p:txBody>
          <a:bodyPr wrap="square" lIns="0" tIns="0" rIns="0" bIns="0">
            <a:spAutoFit/>
          </a:bodyPr>
          <a:lstStyle/>
          <a:p>
            <a:r>
              <a:rPr lang="en-US" sz="1200" b="0">
                <a:solidFill>
                  <a:srgbClr val="A8A096"/>
                </a:solidFill>
                <a:latin typeface="Arial"/>
              </a:rPr>
              <a:t>—  Governance sign-off</a:t>
            </a:r>
            <a:endParaRPr lang="en-US"/>
          </a:p>
        </p:txBody>
      </p:sp>
      <p:sp>
        <p:nvSpPr>
          <p:cNvPr id="118" name="TextBox 117"/>
          <p:cNvSpPr txBox="1"/>
          <p:nvPr/>
        </p:nvSpPr>
        <p:spPr>
          <a:xfrm>
            <a:off x="9150000" y="4620000"/>
            <a:ext cx="2100000" cy="184666"/>
          </a:xfrm>
          <a:prstGeom prst="rect">
            <a:avLst/>
          </a:prstGeom>
          <a:noFill/>
        </p:spPr>
        <p:txBody>
          <a:bodyPr wrap="square" lIns="0" tIns="0" rIns="0" bIns="0">
            <a:spAutoFit/>
          </a:bodyPr>
          <a:lstStyle/>
          <a:p>
            <a:r>
              <a:rPr lang="en-US" sz="1200" b="0">
                <a:solidFill>
                  <a:srgbClr val="A8A096"/>
                </a:solidFill>
                <a:latin typeface="Arial"/>
              </a:rPr>
              <a:t>—  Economics</a:t>
            </a:r>
            <a:endParaRPr lang="en-US"/>
          </a:p>
        </p:txBody>
      </p:sp>
      <p:sp>
        <p:nvSpPr>
          <p:cNvPr id="119" name="TextBox 118"/>
          <p:cNvSpPr txBox="1"/>
          <p:nvPr/>
        </p:nvSpPr>
        <p:spPr>
          <a:xfrm>
            <a:off x="9150000" y="4920000"/>
            <a:ext cx="2100000" cy="184666"/>
          </a:xfrm>
          <a:prstGeom prst="rect">
            <a:avLst/>
          </a:prstGeom>
          <a:noFill/>
        </p:spPr>
        <p:txBody>
          <a:bodyPr wrap="square" lIns="0" tIns="0" rIns="0" bIns="0">
            <a:spAutoFit/>
          </a:bodyPr>
          <a:lstStyle/>
          <a:p>
            <a:r>
              <a:rPr lang="en-US" sz="1200" b="0">
                <a:solidFill>
                  <a:srgbClr val="A8A096"/>
                </a:solidFill>
                <a:latin typeface="Arial"/>
              </a:rPr>
              <a:t>—  Deployment path</a:t>
            </a:r>
            <a:endParaRPr lang="en-US"/>
          </a:p>
        </p:txBody>
      </p:sp>
      <p:sp>
        <p:nvSpPr>
          <p:cNvPr id="66" name="TextBox 65"/>
          <p:cNvSpPr txBox="1"/>
          <p:nvPr/>
        </p:nvSpPr>
        <p:spPr>
          <a:xfrm>
            <a:off x="658368" y="5715000"/>
            <a:ext cx="4754880"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500F"/>
                </a:solidFill>
                <a:effectLst/>
                <a:uLnTx/>
                <a:uFillTx/>
                <a:latin typeface="Arial"/>
                <a:ea typeface="+mn-ea"/>
                <a:cs typeface="+mn-cs"/>
              </a:rPr>
              <a:t>PRIMARY MEASURE  ·  Trial → production</a:t>
            </a:r>
            <a:endParaRPr lang="en-US"/>
          </a:p>
        </p:txBody>
      </p:sp>
      <p:sp>
        <p:nvSpPr>
          <p:cNvPr id="67" name="TextBox 66"/>
          <p:cNvSpPr txBox="1"/>
          <p:nvPr/>
        </p:nvSpPr>
        <p:spPr>
          <a:xfrm>
            <a:off x="6917435" y="5685027"/>
            <a:ext cx="4599432" cy="523220"/>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Every win produces an approved proof asset.</a:t>
            </a:r>
          </a:p>
        </p:txBody>
      </p:sp>
      <p:sp>
        <p:nvSpPr>
          <p:cNvPr id="68" name="TextBox 67"/>
          <p:cNvSpPr txBox="1"/>
          <p:nvPr/>
        </p:nvSpPr>
        <p:spPr>
          <a:xfrm>
            <a:off x="566928" y="6400800"/>
            <a:ext cx="10469880"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8A096"/>
                </a:solidFill>
                <a:effectLst/>
                <a:uLnTx/>
                <a:uFillTx/>
                <a:latin typeface="Arial"/>
                <a:ea typeface="+mn-ea"/>
                <a:cs typeface="+mn-cs"/>
              </a:rPr>
              <a:t>Volumes are an illustrative target model for one quarter, not a forecast; proof asset = approved, reusable evidence with workload, baseline, outcome, and controls.</a:t>
            </a:r>
            <a:endParaRPr lang="en-US"/>
          </a:p>
        </p:txBody>
      </p:sp>
      <p:sp>
        <p:nvSpPr>
          <p:cNvPr id="69" name="TextBox 68"/>
          <p:cNvSpPr txBox="1"/>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08</a:t>
            </a:r>
            <a:endParaRPr lang="en-US"/>
          </a:p>
        </p:txBody>
      </p:sp>
      <p:pic>
        <p:nvPicPr>
          <p:cNvPr id="30"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sp>
        <p:nvSpPr>
          <p:cNvPr id="71" name="TextBox 70"/>
          <p:cNvSpPr txBox="1"/>
          <p:nvPr/>
        </p:nvSpPr>
        <p:spPr>
          <a:xfrm>
            <a:off x="804672" y="2112264"/>
            <a:ext cx="3319272" cy="184666"/>
          </a:xfrm>
          <a:prstGeom prst="rect">
            <a:avLst/>
          </a:prstGeom>
          <a:noFill/>
        </p:spPr>
        <p:txBody>
          <a:bodyPr wrap="square" lIns="0" tIns="0" rIns="0" bIns="0">
            <a:spAutoFit/>
          </a:bodyPr>
          <a:lstStyle/>
          <a:p>
            <a:r>
              <a:rPr lang="en-US" sz="1200" b="1">
                <a:solidFill>
                  <a:srgbClr val="1A1512"/>
                </a:solidFill>
                <a:latin typeface="Arial"/>
              </a:rPr>
              <a:t>Content sessions</a:t>
            </a:r>
            <a:endParaRPr lang="en-US"/>
          </a:p>
        </p:txBody>
      </p:sp>
      <p:sp>
        <p:nvSpPr>
          <p:cNvPr id="75" name="TextBox 74"/>
          <p:cNvSpPr txBox="1"/>
          <p:nvPr/>
        </p:nvSpPr>
        <p:spPr>
          <a:xfrm>
            <a:off x="1028700" y="2569464"/>
            <a:ext cx="2871216" cy="184666"/>
          </a:xfrm>
          <a:prstGeom prst="rect">
            <a:avLst/>
          </a:prstGeom>
          <a:noFill/>
        </p:spPr>
        <p:txBody>
          <a:bodyPr wrap="square" lIns="0" tIns="0" rIns="0" bIns="0">
            <a:spAutoFit/>
          </a:bodyPr>
          <a:lstStyle/>
          <a:p>
            <a:r>
              <a:rPr lang="en-US" sz="1200" b="1">
                <a:solidFill>
                  <a:srgbClr val="1A1512"/>
                </a:solidFill>
                <a:latin typeface="Arial"/>
              </a:rPr>
              <a:t>Activations</a:t>
            </a:r>
            <a:endParaRPr lang="en-US"/>
          </a:p>
        </p:txBody>
      </p:sp>
      <p:sp>
        <p:nvSpPr>
          <p:cNvPr id="80" name="TextBox 79"/>
          <p:cNvSpPr txBox="1"/>
          <p:nvPr/>
        </p:nvSpPr>
        <p:spPr>
          <a:xfrm>
            <a:off x="1257300" y="3026664"/>
            <a:ext cx="2414016" cy="184666"/>
          </a:xfrm>
          <a:prstGeom prst="rect">
            <a:avLst/>
          </a:prstGeom>
          <a:noFill/>
        </p:spPr>
        <p:txBody>
          <a:bodyPr wrap="square" lIns="0" tIns="0" rIns="0" bIns="0">
            <a:spAutoFit/>
          </a:bodyPr>
          <a:lstStyle/>
          <a:p>
            <a:r>
              <a:rPr lang="en-US" sz="1200" b="1">
                <a:solidFill>
                  <a:srgbClr val="1A1512"/>
                </a:solidFill>
                <a:latin typeface="Arial"/>
              </a:rPr>
              <a:t>Field plays run</a:t>
            </a:r>
            <a:endParaRPr lang="en-US"/>
          </a:p>
        </p:txBody>
      </p:sp>
      <p:sp>
        <p:nvSpPr>
          <p:cNvPr id="85" name="TextBox 84"/>
          <p:cNvSpPr txBox="1"/>
          <p:nvPr/>
        </p:nvSpPr>
        <p:spPr>
          <a:xfrm>
            <a:off x="1481328" y="3483864"/>
            <a:ext cx="1965960" cy="184666"/>
          </a:xfrm>
          <a:prstGeom prst="rect">
            <a:avLst/>
          </a:prstGeom>
          <a:noFill/>
        </p:spPr>
        <p:txBody>
          <a:bodyPr wrap="square" lIns="0" tIns="0" rIns="0" bIns="0">
            <a:spAutoFit/>
          </a:bodyPr>
          <a:lstStyle/>
          <a:p>
            <a:r>
              <a:rPr lang="en-US" sz="1200" b="1">
                <a:solidFill>
                  <a:srgbClr val="FFFFFF"/>
                </a:solidFill>
                <a:latin typeface="Arial"/>
              </a:rPr>
              <a:t>Structured POCs</a:t>
            </a:r>
            <a:endParaRPr lang="en-US"/>
          </a:p>
        </p:txBody>
      </p:sp>
      <p:sp>
        <p:nvSpPr>
          <p:cNvPr id="90" name="TextBox 89"/>
          <p:cNvSpPr txBox="1"/>
          <p:nvPr/>
        </p:nvSpPr>
        <p:spPr>
          <a:xfrm>
            <a:off x="1709928" y="3941064"/>
            <a:ext cx="1508760" cy="184666"/>
          </a:xfrm>
          <a:prstGeom prst="rect">
            <a:avLst/>
          </a:prstGeom>
          <a:noFill/>
        </p:spPr>
        <p:txBody>
          <a:bodyPr wrap="square" lIns="0" tIns="0" rIns="0" bIns="0">
            <a:spAutoFit/>
          </a:bodyPr>
          <a:lstStyle/>
          <a:p>
            <a:r>
              <a:rPr lang="en-US" sz="1200" b="1">
                <a:solidFill>
                  <a:srgbClr val="FFFFFF"/>
                </a:solidFill>
                <a:latin typeface="Arial"/>
              </a:rPr>
              <a:t>Production wins</a:t>
            </a:r>
            <a:endParaRPr lang="en-US"/>
          </a:p>
        </p:txBody>
      </p:sp>
      <p:sp>
        <p:nvSpPr>
          <p:cNvPr id="95" name="TextBox 94"/>
          <p:cNvSpPr txBox="1"/>
          <p:nvPr/>
        </p:nvSpPr>
        <p:spPr>
          <a:xfrm>
            <a:off x="1933956" y="4398264"/>
            <a:ext cx="1060704" cy="184666"/>
          </a:xfrm>
          <a:prstGeom prst="rect">
            <a:avLst/>
          </a:prstGeom>
          <a:noFill/>
        </p:spPr>
        <p:txBody>
          <a:bodyPr wrap="square" lIns="0" tIns="0" rIns="0" bIns="0">
            <a:spAutoFit/>
          </a:bodyPr>
          <a:lstStyle/>
          <a:p>
            <a:r>
              <a:rPr lang="en-US" sz="1200" b="1">
                <a:solidFill>
                  <a:srgbClr val="FFFFFF"/>
                </a:solidFill>
                <a:latin typeface="Arial"/>
              </a:rPr>
              <a:t>Proof assets</a:t>
            </a:r>
            <a:endParaRPr lang="en-US"/>
          </a:p>
        </p:txBody>
      </p:sp>
      <p:pic>
        <p:nvPicPr>
          <p:cNvPr id="151"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pic>
        <p:nvPicPr>
          <p:cNvPr id="31"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sp>
        <p:nvSpPr>
          <p:cNvPr id="210" name="Lane band 1">
            <a:extLst>
              <a:ext uri="{C183D7F6-B498-43B3-948B-1728B52AA6E4}">
                <adec:decorative xmlns:adec="http://schemas.microsoft.com/office/drawing/2017/decorative" val="1"/>
              </a:ext>
            </a:extLst>
          </p:cNvPr>
          <p:cNvSpPr/>
          <p:nvPr/>
        </p:nvSpPr>
        <p:spPr>
          <a:xfrm>
            <a:off x="658368" y="2670048"/>
            <a:ext cx="10881360" cy="1207008"/>
          </a:xfrm>
          <a:prstGeom prst="roundRect">
            <a:avLst>
              <a:gd name="adj" fmla="val 4000"/>
            </a:avLst>
          </a:prstGeom>
          <a:solidFill>
            <a:srgbClr val="231E1A"/>
          </a:solidFill>
          <a:ln>
            <a:noFill/>
          </a:ln>
        </p:spPr>
        <p:txBody>
          <a:bodyPr wrap="square" lIns="0" tIns="0" rIns="0" bIns="0" anchor="t"/>
          <a:lstStyle/>
          <a:p>
            <a:endParaRPr lang="en-US"/>
          </a:p>
        </p:txBody>
      </p:sp>
      <p:sp>
        <p:nvSpPr>
          <p:cNvPr id="211" name="Lane band 2">
            <a:extLst>
              <a:ext uri="{C183D7F6-B498-43B3-948B-1728B52AA6E4}">
                <adec:decorative xmlns:adec="http://schemas.microsoft.com/office/drawing/2017/decorative" val="1"/>
              </a:ext>
            </a:extLst>
          </p:cNvPr>
          <p:cNvSpPr/>
          <p:nvPr/>
        </p:nvSpPr>
        <p:spPr>
          <a:xfrm>
            <a:off x="658368" y="3968496"/>
            <a:ext cx="10881360" cy="1335024"/>
          </a:xfrm>
          <a:prstGeom prst="roundRect">
            <a:avLst>
              <a:gd name="adj" fmla="val 4000"/>
            </a:avLst>
          </a:prstGeom>
          <a:solidFill>
            <a:srgbClr val="231E1A"/>
          </a:solidFill>
          <a:ln>
            <a:noFill/>
          </a:ln>
        </p:spPr>
        <p:txBody>
          <a:bodyPr wrap="square" lIns="0" tIns="0" rIns="0" bIns="0" anchor="t"/>
          <a:lstStyle/>
          <a:p>
            <a:endParaRPr lang="en-US"/>
          </a:p>
        </p:txBody>
      </p:sp>
      <p:sp>
        <p:nvSpPr>
          <p:cNvPr id="212" name="Lane label 1"/>
          <p:cNvSpPr txBox="1"/>
          <p:nvPr/>
        </p:nvSpPr>
        <p:spPr>
          <a:xfrm>
            <a:off x="768096" y="2798064"/>
            <a:ext cx="1188720" cy="548640"/>
          </a:xfrm>
          <a:prstGeom prst="rect">
            <a:avLst/>
          </a:prstGeom>
          <a:noFill/>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60" normalizeH="0" baseline="0" noProof="0">
                <a:ln>
                  <a:noFill/>
                </a:ln>
                <a:solidFill>
                  <a:srgbClr val="FFAF00"/>
                </a:solidFill>
                <a:effectLst/>
                <a:uLnTx/>
                <a:uFillTx/>
                <a:latin typeface="Arial"/>
                <a:ea typeface="+mn-ea"/>
                <a:cs typeface="+mn-cs"/>
              </a:rPr>
              <a:t>ENTERPRISE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60" normalizeH="0" baseline="0" noProof="0">
                <a:ln>
                  <a:noFill/>
                </a:ln>
                <a:solidFill>
                  <a:srgbClr val="FFAF00"/>
                </a:solidFill>
                <a:effectLst/>
                <a:uLnTx/>
                <a:uFillTx/>
                <a:latin typeface="Arial"/>
                <a:ea typeface="+mn-ea"/>
                <a:cs typeface="+mn-cs"/>
              </a:rPr>
              <a:t>PROOF</a:t>
            </a:r>
            <a:endParaRPr lang="en-US"/>
          </a:p>
        </p:txBody>
      </p:sp>
      <p:sp>
        <p:nvSpPr>
          <p:cNvPr id="214" name="Lane caption 1"/>
          <p:cNvSpPr txBox="1"/>
          <p:nvPr/>
        </p:nvSpPr>
        <p:spPr>
          <a:xfrm>
            <a:off x="768096" y="3401568"/>
            <a:ext cx="1188720" cy="164592"/>
          </a:xfrm>
          <a:prstGeom prst="rect">
            <a:avLst/>
          </a:prstGeom>
          <a:noFill/>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8A096"/>
                </a:solidFill>
                <a:effectLst/>
                <a:uLnTx/>
                <a:uFillTx/>
                <a:latin typeface="Arial"/>
                <a:ea typeface="+mn-ea"/>
                <a:cs typeface="+mn-cs"/>
              </a:rPr>
              <a:t>Regulated buyers</a:t>
            </a:r>
            <a:endParaRPr lang="en-US"/>
          </a:p>
        </p:txBody>
      </p:sp>
      <p:sp>
        <p:nvSpPr>
          <p:cNvPr id="213" name="Lane label 2"/>
          <p:cNvSpPr txBox="1"/>
          <p:nvPr/>
        </p:nvSpPr>
        <p:spPr>
          <a:xfrm>
            <a:off x="768096" y="4096512"/>
            <a:ext cx="1188720" cy="548640"/>
          </a:xfrm>
          <a:prstGeom prst="rect">
            <a:avLst/>
          </a:prstGeom>
          <a:noFill/>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60" normalizeH="0" baseline="0" noProof="0">
                <a:ln>
                  <a:noFill/>
                </a:ln>
                <a:solidFill>
                  <a:srgbClr val="FA500F"/>
                </a:solidFill>
                <a:effectLst/>
                <a:uLnTx/>
                <a:uFillTx/>
                <a:latin typeface="Arial"/>
                <a:ea typeface="+mn-ea"/>
                <a:cs typeface="+mn-cs"/>
              </a:rPr>
              <a:t>CREATOR-LED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60" normalizeH="0" baseline="0" noProof="0">
                <a:ln>
                  <a:noFill/>
                </a:ln>
                <a:solidFill>
                  <a:srgbClr val="FA500F"/>
                </a:solidFill>
                <a:effectLst/>
                <a:uLnTx/>
                <a:uFillTx/>
                <a:latin typeface="Arial"/>
                <a:ea typeface="+mn-ea"/>
                <a:cs typeface="+mn-cs"/>
              </a:rPr>
              <a:t>GROWTH</a:t>
            </a:r>
            <a:endParaRPr lang="en-US"/>
          </a:p>
        </p:txBody>
      </p:sp>
      <p:sp>
        <p:nvSpPr>
          <p:cNvPr id="215" name="Lane caption 2"/>
          <p:cNvSpPr txBox="1"/>
          <p:nvPr/>
        </p:nvSpPr>
        <p:spPr>
          <a:xfrm>
            <a:off x="768096" y="4700016"/>
            <a:ext cx="1188720" cy="164592"/>
          </a:xfrm>
          <a:prstGeom prst="rect">
            <a:avLst/>
          </a:prstGeom>
          <a:noFill/>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8A096"/>
                </a:solidFill>
                <a:effectLst/>
                <a:uLnTx/>
                <a:uFillTx/>
                <a:latin typeface="Arial"/>
                <a:ea typeface="+mn-ea"/>
                <a:cs typeface="+mn-cs"/>
              </a:rPr>
              <a:t>Developers</a:t>
            </a:r>
            <a:endParaRPr lang="en-US"/>
          </a:p>
        </p:txBody>
      </p:sp>
      <p:sp>
        <p:nvSpPr>
          <p:cNvPr id="32" name="TextBox 31"/>
          <p:cNvSpPr txBox="1"/>
          <p:nvPr/>
        </p:nvSpPr>
        <p:spPr>
          <a:xfrm>
            <a:off x="621792" y="221462"/>
            <a:ext cx="9326880"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4B00"/>
                </a:solidFill>
                <a:effectLst/>
                <a:uLnTx/>
                <a:uFillTx/>
                <a:latin typeface="Arial"/>
                <a:ea typeface="+mn-ea"/>
                <a:cs typeface="+mn-cs"/>
              </a:rPr>
              <a:t>CONTENT &amp; CAMPAIGNS  ·  DEMAND ENGINE + CREATOR MOTION</a:t>
            </a:r>
          </a:p>
        </p:txBody>
      </p:sp>
      <p:sp>
        <p:nvSpPr>
          <p:cNvPr id="33" name="Title 32"/>
          <p:cNvSpPr txBox="1">
            <a:spLocks noGrp="1"/>
          </p:cNvSpPr>
          <p:nvPr>
            <p:ph type="title"/>
          </p:nvPr>
        </p:nvSpPr>
        <p:spPr>
          <a:xfrm>
            <a:off x="566928" y="594360"/>
            <a:ext cx="11018520" cy="53860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FAFAF4"/>
                </a:solidFill>
                <a:effectLst/>
                <a:uLnTx/>
                <a:uFillTx/>
                <a:latin typeface="Arial"/>
                <a:ea typeface="+mn-ea"/>
                <a:cs typeface="+mn-cs"/>
              </a:rPr>
              <a:t>Scale proof, not traffic.</a:t>
            </a:r>
            <a:endParaRPr lang="en-US"/>
          </a:p>
        </p:txBody>
      </p:sp>
      <p:sp>
        <p:nvSpPr>
          <p:cNvPr id="34" name="TextBox 33"/>
          <p:cNvSpPr txBox="1"/>
          <p:nvPr/>
        </p:nvSpPr>
        <p:spPr>
          <a:xfrm>
            <a:off x="566928" y="1133856"/>
            <a:ext cx="109728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Each month pairs enterprise proof with a creator path to a working build.</a:t>
            </a:r>
            <a:endParaRPr lang="en-US"/>
          </a:p>
        </p:txBody>
      </p:sp>
      <p:cxnSp>
        <p:nvCxnSpPr>
          <p:cNvPr id="35" name="Connector 34"/>
          <p:cNvCxnSpPr/>
          <p:nvPr/>
        </p:nvCxnSpPr>
        <p:spPr>
          <a:xfrm>
            <a:off x="566928" y="1481328"/>
            <a:ext cx="11045952" cy="0"/>
          </a:xfrm>
          <a:prstGeom prst="line">
            <a:avLst/>
          </a:prstGeom>
          <a:ln w="10160">
            <a:solidFill>
              <a:srgbClr val="FA500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011680" y="1993392"/>
            <a:ext cx="2907792" cy="15544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MONTH 1  ·  DAYS 0–30</a:t>
            </a:r>
            <a:endParaRPr lang="en-US"/>
          </a:p>
        </p:txBody>
      </p:sp>
      <p:sp>
        <p:nvSpPr>
          <p:cNvPr id="37" name="TextBox 36"/>
          <p:cNvSpPr txBox="1"/>
          <p:nvPr/>
        </p:nvSpPr>
        <p:spPr>
          <a:xfrm>
            <a:off x="2011680" y="2203704"/>
            <a:ext cx="2907792"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ESTABLISH THE CATEGORY  ·  PMM + COMMS</a:t>
            </a:r>
            <a:endParaRPr lang="en-US"/>
          </a:p>
        </p:txBody>
      </p:sp>
      <p:sp>
        <p:nvSpPr>
          <p:cNvPr id="38" name="TextBox 37"/>
          <p:cNvSpPr txBox="1"/>
          <p:nvPr/>
        </p:nvSpPr>
        <p:spPr>
          <a:xfrm>
            <a:off x="2011680" y="2743200"/>
            <a:ext cx="347472"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A500F"/>
                </a:solidFill>
                <a:effectLst/>
                <a:uLnTx/>
                <a:uFillTx/>
                <a:latin typeface="Arial"/>
                <a:ea typeface="+mn-ea"/>
                <a:cs typeface="+mn-cs"/>
              </a:rPr>
              <a:t>01</a:t>
            </a:r>
          </a:p>
        </p:txBody>
      </p:sp>
      <p:sp>
        <p:nvSpPr>
          <p:cNvPr id="39" name="TextBox 38"/>
          <p:cNvSpPr txBox="1"/>
          <p:nvPr/>
        </p:nvSpPr>
        <p:spPr>
          <a:xfrm>
            <a:off x="2505456" y="2761488"/>
            <a:ext cx="2414016" cy="26517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Category POV blog</a:t>
            </a:r>
            <a:endParaRPr lang="en-US"/>
          </a:p>
        </p:txBody>
      </p:sp>
      <p:sp>
        <p:nvSpPr>
          <p:cNvPr id="40" name="TextBox 39"/>
          <p:cNvSpPr txBox="1"/>
          <p:nvPr/>
        </p:nvSpPr>
        <p:spPr>
          <a:xfrm>
            <a:off x="2011680" y="3145536"/>
            <a:ext cx="2907792"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Hero  ·  Launch narrative one-pager; editorial calendar and standard published  ·  both tracks</a:t>
            </a:r>
            <a:endParaRPr lang="en-US"/>
          </a:p>
        </p:txBody>
      </p:sp>
      <p:cxnSp>
        <p:nvCxnSpPr>
          <p:cNvPr id="41" name="Connector 40"/>
          <p:cNvCxnSpPr/>
          <p:nvPr/>
        </p:nvCxnSpPr>
        <p:spPr>
          <a:xfrm>
            <a:off x="658368" y="3913632"/>
            <a:ext cx="10881360" cy="9144"/>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011680" y="4041648"/>
            <a:ext cx="347472"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A500F"/>
                </a:solidFill>
                <a:effectLst/>
                <a:uLnTx/>
                <a:uFillTx/>
                <a:latin typeface="Arial"/>
                <a:ea typeface="+mn-ea"/>
                <a:cs typeface="+mn-cs"/>
              </a:rPr>
              <a:t>02</a:t>
            </a:r>
          </a:p>
        </p:txBody>
      </p:sp>
      <p:sp>
        <p:nvSpPr>
          <p:cNvPr id="43" name="TextBox 42"/>
          <p:cNvSpPr txBox="1"/>
          <p:nvPr/>
        </p:nvSpPr>
        <p:spPr>
          <a:xfrm>
            <a:off x="2505456" y="4059936"/>
            <a:ext cx="2414016" cy="26517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Creator build-along</a:t>
            </a:r>
            <a:endParaRPr lang="en-US"/>
          </a:p>
        </p:txBody>
      </p:sp>
      <p:sp>
        <p:nvSpPr>
          <p:cNvPr id="44" name="TextBox 43"/>
          <p:cNvSpPr txBox="1"/>
          <p:nvPr/>
        </p:nvSpPr>
        <p:spPr>
          <a:xfrm>
            <a:off x="2011680" y="4443984"/>
            <a:ext cx="2907792"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Push  ·  DevRel template plus 5 seeded AI creators on YouTube, X, Hugging Face; baseline reported  ·  developer track</a:t>
            </a:r>
            <a:endParaRPr lang="en-US"/>
          </a:p>
        </p:txBody>
      </p:sp>
      <p:cxnSp>
        <p:nvCxnSpPr>
          <p:cNvPr id="45" name="Connector 44"/>
          <p:cNvCxnSpPr/>
          <p:nvPr/>
        </p:nvCxnSpPr>
        <p:spPr>
          <a:xfrm>
            <a:off x="5065776" y="1993392"/>
            <a:ext cx="9144" cy="331012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48656" y="1993392"/>
            <a:ext cx="2907792" cy="15544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MONTH 2  ·  DAYS 31–60</a:t>
            </a:r>
          </a:p>
        </p:txBody>
      </p:sp>
      <p:sp>
        <p:nvSpPr>
          <p:cNvPr id="47" name="TextBox 46"/>
          <p:cNvSpPr txBox="1"/>
          <p:nvPr/>
        </p:nvSpPr>
        <p:spPr>
          <a:xfrm>
            <a:off x="5248656" y="2203704"/>
            <a:ext cx="2907792"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PROVE THE CONTROL  ·  PMM + DEVREL</a:t>
            </a:r>
            <a:endParaRPr lang="en-US"/>
          </a:p>
        </p:txBody>
      </p:sp>
      <p:sp>
        <p:nvSpPr>
          <p:cNvPr id="48" name="TextBox 47"/>
          <p:cNvSpPr txBox="1"/>
          <p:nvPr/>
        </p:nvSpPr>
        <p:spPr>
          <a:xfrm>
            <a:off x="5248656" y="2743200"/>
            <a:ext cx="347472"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A500F"/>
                </a:solidFill>
                <a:effectLst/>
                <a:uLnTx/>
                <a:uFillTx/>
                <a:latin typeface="Arial"/>
                <a:ea typeface="+mn-ea"/>
                <a:cs typeface="+mn-cs"/>
              </a:rPr>
              <a:t>03</a:t>
            </a:r>
          </a:p>
        </p:txBody>
      </p:sp>
      <p:sp>
        <p:nvSpPr>
          <p:cNvPr id="49" name="TextBox 48"/>
          <p:cNvSpPr txBox="1"/>
          <p:nvPr/>
        </p:nvSpPr>
        <p:spPr>
          <a:xfrm>
            <a:off x="5742432" y="2761488"/>
            <a:ext cx="2414016" cy="26517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Control whitepaper</a:t>
            </a:r>
            <a:endParaRPr lang="en-US"/>
          </a:p>
        </p:txBody>
      </p:sp>
      <p:sp>
        <p:nvSpPr>
          <p:cNvPr id="50" name="TextBox 49"/>
          <p:cNvSpPr txBox="1"/>
          <p:nvPr/>
        </p:nvSpPr>
        <p:spPr>
          <a:xfrm>
            <a:off x="5248656" y="3145536"/>
            <a:ext cx="2907792"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Hero  ·  Residency, audit export, exit path  ·  regulated-buyer track</a:t>
            </a:r>
            <a:endParaRPr lang="en-US"/>
          </a:p>
        </p:txBody>
      </p:sp>
      <p:sp>
        <p:nvSpPr>
          <p:cNvPr id="52" name="TextBox 51"/>
          <p:cNvSpPr txBox="1"/>
          <p:nvPr/>
        </p:nvSpPr>
        <p:spPr>
          <a:xfrm>
            <a:off x="5248656" y="4041648"/>
            <a:ext cx="347472"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A500F"/>
                </a:solidFill>
                <a:effectLst/>
                <a:uLnTx/>
                <a:uFillTx/>
                <a:latin typeface="Arial"/>
                <a:ea typeface="+mn-ea"/>
                <a:cs typeface="+mn-cs"/>
              </a:rPr>
              <a:t>04</a:t>
            </a:r>
          </a:p>
        </p:txBody>
      </p:sp>
      <p:sp>
        <p:nvSpPr>
          <p:cNvPr id="53" name="TextBox 52"/>
          <p:cNvSpPr txBox="1"/>
          <p:nvPr/>
        </p:nvSpPr>
        <p:spPr>
          <a:xfrm>
            <a:off x="5742432" y="4059936"/>
            <a:ext cx="2414016" cy="265176"/>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Implementation demos</a:t>
            </a:r>
            <a:endParaRPr lang="en-US"/>
          </a:p>
        </p:txBody>
      </p:sp>
      <p:sp>
        <p:nvSpPr>
          <p:cNvPr id="54" name="TextBox 53"/>
          <p:cNvSpPr txBox="1"/>
          <p:nvPr/>
        </p:nvSpPr>
        <p:spPr>
          <a:xfrm>
            <a:off x="5248656" y="4443984"/>
            <a:ext cx="2907792"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Push  ·  Four implementation guides repackaged as demos, a live webinar, and a creator demo day  ·  developer track</a:t>
            </a:r>
            <a:endParaRPr lang="en-US"/>
          </a:p>
        </p:txBody>
      </p:sp>
      <p:cxnSp>
        <p:nvCxnSpPr>
          <p:cNvPr id="55" name="Connector 54"/>
          <p:cNvCxnSpPr/>
          <p:nvPr/>
        </p:nvCxnSpPr>
        <p:spPr>
          <a:xfrm>
            <a:off x="8302752" y="1993392"/>
            <a:ext cx="9144" cy="3310128"/>
          </a:xfrm>
          <a:prstGeom prst="line">
            <a:avLst/>
          </a:prstGeom>
          <a:ln w="8890">
            <a:solidFill>
              <a:srgbClr val="3E362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485632" y="1993392"/>
            <a:ext cx="2907792" cy="15544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MONTH 3  ·  DAYS 61–90</a:t>
            </a:r>
          </a:p>
        </p:txBody>
      </p:sp>
      <p:sp>
        <p:nvSpPr>
          <p:cNvPr id="57" name="TextBox 56"/>
          <p:cNvSpPr txBox="1"/>
          <p:nvPr/>
        </p:nvSpPr>
        <p:spPr>
          <a:xfrm>
            <a:off x="8485632" y="2203704"/>
            <a:ext cx="2907792"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CONVERT TO PIPELINE  ·  GTM + GROWTH</a:t>
            </a:r>
            <a:endParaRPr lang="en-US"/>
          </a:p>
        </p:txBody>
      </p:sp>
      <p:sp>
        <p:nvSpPr>
          <p:cNvPr id="58" name="TextBox 57"/>
          <p:cNvSpPr txBox="1"/>
          <p:nvPr/>
        </p:nvSpPr>
        <p:spPr>
          <a:xfrm>
            <a:off x="8485632" y="2743200"/>
            <a:ext cx="347472"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A500F"/>
                </a:solidFill>
                <a:effectLst/>
                <a:uLnTx/>
                <a:uFillTx/>
                <a:latin typeface="Arial"/>
                <a:ea typeface="+mn-ea"/>
                <a:cs typeface="+mn-cs"/>
              </a:rPr>
              <a:t>05</a:t>
            </a:r>
          </a:p>
        </p:txBody>
      </p:sp>
      <p:sp>
        <p:nvSpPr>
          <p:cNvPr id="59" name="TextBox 58"/>
          <p:cNvSpPr txBox="1"/>
          <p:nvPr/>
        </p:nvSpPr>
        <p:spPr>
          <a:xfrm>
            <a:off x="8979408" y="2761488"/>
            <a:ext cx="2414016" cy="265176"/>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First case studies</a:t>
            </a:r>
            <a:endParaRPr lang="en-US"/>
          </a:p>
        </p:txBody>
      </p:sp>
      <p:sp>
        <p:nvSpPr>
          <p:cNvPr id="60" name="TextBox 59"/>
          <p:cNvSpPr txBox="1"/>
          <p:nvPr/>
        </p:nvSpPr>
        <p:spPr>
          <a:xfrm>
            <a:off x="8485632" y="3145536"/>
            <a:ext cx="2907792"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Hero  ·  Two production wins published as proof assets with named outcomes  ·  regulated-buyer track</a:t>
            </a:r>
            <a:endParaRPr lang="en-US"/>
          </a:p>
        </p:txBody>
      </p:sp>
      <p:sp>
        <p:nvSpPr>
          <p:cNvPr id="62" name="TextBox 61"/>
          <p:cNvSpPr txBox="1"/>
          <p:nvPr/>
        </p:nvSpPr>
        <p:spPr>
          <a:xfrm>
            <a:off x="8485632" y="4041648"/>
            <a:ext cx="347472" cy="3693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A500F"/>
                </a:solidFill>
                <a:effectLst/>
                <a:uLnTx/>
                <a:uFillTx/>
                <a:latin typeface="Arial"/>
                <a:ea typeface="+mn-ea"/>
                <a:cs typeface="+mn-cs"/>
              </a:rPr>
              <a:t>06</a:t>
            </a:r>
          </a:p>
        </p:txBody>
      </p:sp>
      <p:sp>
        <p:nvSpPr>
          <p:cNvPr id="63" name="TextBox 62"/>
          <p:cNvSpPr txBox="1"/>
          <p:nvPr/>
        </p:nvSpPr>
        <p:spPr>
          <a:xfrm>
            <a:off x="8979408" y="4059936"/>
            <a:ext cx="2414016" cy="26517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Always-on nurture</a:t>
            </a:r>
            <a:endParaRPr lang="en-US"/>
          </a:p>
        </p:txBody>
      </p:sp>
      <p:sp>
        <p:nvSpPr>
          <p:cNvPr id="64" name="TextBox 63"/>
          <p:cNvSpPr txBox="1"/>
          <p:nvPr/>
        </p:nvSpPr>
        <p:spPr>
          <a:xfrm>
            <a:off x="8485632" y="4443984"/>
            <a:ext cx="2907792"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Push  ·  Segmented nurture, retargeting, and a creator referral into team workspaces  ·  both tracks</a:t>
            </a:r>
            <a:endParaRPr lang="en-US"/>
          </a:p>
        </p:txBody>
      </p:sp>
      <p:sp>
        <p:nvSpPr>
          <p:cNvPr id="66" name="TextBox 65"/>
          <p:cNvSpPr txBox="1"/>
          <p:nvPr/>
        </p:nvSpPr>
        <p:spPr>
          <a:xfrm>
            <a:off x="566928" y="6400800"/>
            <a:ext cx="10469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Calendar, cadence, and campaign tracks are proposed operating standards, not current Mistral practice.</a:t>
            </a:r>
            <a:endParaRPr lang="en-US"/>
          </a:p>
        </p:txBody>
      </p:sp>
      <p:sp>
        <p:nvSpPr>
          <p:cNvPr id="67" name="TextBox 66"/>
          <p:cNvSpPr txBox="1"/>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09</a:t>
            </a:r>
            <a:endParaRPr lang="en-US"/>
          </a:p>
        </p:txBody>
      </p:sp>
      <p:sp>
        <p:nvSpPr>
          <p:cNvPr id="200" name="Merged 200"/>
          <p:cNvSpPr txBox="1"/>
          <p:nvPr/>
        </p:nvSpPr>
        <p:spPr>
          <a:xfrm>
            <a:off x="365760" y="1627632"/>
            <a:ext cx="11393424"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AFAF4"/>
                </a:solidFill>
                <a:effectLst/>
                <a:uLnTx/>
                <a:uFillTx/>
                <a:latin typeface="Arial"/>
                <a:ea typeface="+mn-ea"/>
                <a:cs typeface="+mn-cs"/>
              </a:rPr>
              <a:t>INSIGHT  →  ASSET  →  CAMPAIGN  →  CAPTURE  →  NURTURE  →  QUALIFIED PIPELINE</a:t>
            </a:r>
            <a:endParaRPr kumimoji="0" lang="en-US" sz="1700" b="1" i="0" u="none" strike="noStrike" kern="1200" cap="none" spc="0" normalizeH="0" baseline="0" noProof="0">
              <a:ln>
                <a:noFill/>
              </a:ln>
              <a:solidFill>
                <a:srgbClr val="FAFAF4"/>
              </a:solidFill>
              <a:effectLst/>
              <a:uLnTx/>
              <a:uFillTx/>
              <a:latin typeface="Arial"/>
              <a:ea typeface="+mn-ea"/>
              <a:cs typeface="+mn-cs"/>
            </a:endParaRPr>
          </a:p>
        </p:txBody>
      </p:sp>
      <p:cxnSp>
        <p:nvCxnSpPr>
          <p:cNvPr id="201" name="Merged 201"/>
          <p:cNvCxnSpPr/>
          <p:nvPr/>
        </p:nvCxnSpPr>
        <p:spPr>
          <a:xfrm>
            <a:off x="658368" y="1956816"/>
            <a:ext cx="10588752" cy="0"/>
          </a:xfrm>
          <a:prstGeom prst="line">
            <a:avLst/>
          </a:prstGeom>
          <a:ln w="17780">
            <a:solidFill>
              <a:srgbClr val="FA500F"/>
            </a:solidFill>
          </a:ln>
        </p:spPr>
        <p:style>
          <a:lnRef idx="2">
            <a:schemeClr val="accent1"/>
          </a:lnRef>
          <a:fillRef idx="0">
            <a:schemeClr val="accent1"/>
          </a:fillRef>
          <a:effectRef idx="1">
            <a:schemeClr val="accent1"/>
          </a:effectRef>
          <a:fontRef idx="minor">
            <a:schemeClr val="tx1"/>
          </a:fontRef>
        </p:style>
      </p:cxnSp>
      <p:sp>
        <p:nvSpPr>
          <p:cNvPr id="202" name="Merged 202"/>
          <p:cNvSpPr txBox="1"/>
          <p:nvPr/>
        </p:nvSpPr>
        <p:spPr>
          <a:xfrm>
            <a:off x="658368" y="5486400"/>
            <a:ext cx="20116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TWO CAMPAIGN TRACKS</a:t>
            </a:r>
          </a:p>
        </p:txBody>
      </p:sp>
      <p:sp>
        <p:nvSpPr>
          <p:cNvPr id="203" name="Merged 203"/>
          <p:cNvSpPr txBox="1"/>
          <p:nvPr/>
        </p:nvSpPr>
        <p:spPr>
          <a:xfrm>
            <a:off x="2788920" y="5468112"/>
            <a:ext cx="8796528"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AFAF4"/>
                </a:solidFill>
                <a:effectLst/>
                <a:uLnTx/>
                <a:uFillTx/>
                <a:latin typeface="Arial"/>
                <a:ea typeface="+mn-ea"/>
                <a:cs typeface="+mn-cs"/>
              </a:rPr>
              <a:t>Enterprise proof → regulated buyers: whitepaper + POC offer      |      Creator-led growth → seeded creators → build → team handoff</a:t>
            </a:r>
            <a:endParaRPr kumimoji="0" lang="en-US" sz="1400" b="0" i="0" u="none" strike="noStrike" kern="1200" cap="none" spc="0" normalizeH="0" baseline="0" noProof="0">
              <a:ln>
                <a:noFill/>
              </a:ln>
              <a:solidFill>
                <a:srgbClr val="FAFAF4"/>
              </a:solidFill>
              <a:effectLst/>
              <a:uLnTx/>
              <a:uFillTx/>
              <a:latin typeface="Arial"/>
              <a:ea typeface="+mn-ea"/>
              <a:cs typeface="+mn-cs"/>
            </a:endParaRPr>
          </a:p>
        </p:txBody>
      </p:sp>
      <p:sp>
        <p:nvSpPr>
          <p:cNvPr id="204" name="Merged 204"/>
          <p:cNvSpPr txBox="1"/>
          <p:nvPr/>
        </p:nvSpPr>
        <p:spPr>
          <a:xfrm>
            <a:off x="658368" y="5760720"/>
            <a:ext cx="219456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ONE EDITORIAL STANDARD</a:t>
            </a:r>
          </a:p>
        </p:txBody>
      </p:sp>
      <p:sp>
        <p:nvSpPr>
          <p:cNvPr id="205" name="Merged 205"/>
          <p:cNvSpPr txBox="1"/>
          <p:nvPr/>
        </p:nvSpPr>
        <p:spPr>
          <a:xfrm>
            <a:off x="2788920" y="5742432"/>
            <a:ext cx="8796528"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AFAF4"/>
                </a:solidFill>
                <a:effectLst/>
                <a:uLnTx/>
                <a:uFillTx/>
                <a:latin typeface="Arial"/>
                <a:ea typeface="+mn-ea"/>
                <a:cs typeface="+mn-cs"/>
              </a:rPr>
              <a:t>Named audience  ·  one evidenced claim  ·  benefit language  ·  DevRel review  ·  one call to action</a:t>
            </a:r>
            <a:endParaRPr kumimoji="0" lang="en-US" sz="1400" b="0" i="0" u="none" strike="noStrike" kern="1200" cap="none" spc="0" normalizeH="0" baseline="0" noProof="0">
              <a:ln>
                <a:noFill/>
              </a:ln>
              <a:solidFill>
                <a:srgbClr val="FAFAF4"/>
              </a:solidFill>
              <a:effectLst/>
              <a:uLnTx/>
              <a:uFillTx/>
              <a:latin typeface="Arial"/>
              <a:ea typeface="+mn-ea"/>
              <a:cs typeface="+mn-cs"/>
            </a:endParaRPr>
          </a:p>
        </p:txBody>
      </p:sp>
      <p:sp>
        <p:nvSpPr>
          <p:cNvPr id="206" name="Merged 206"/>
          <p:cNvSpPr txBox="1"/>
          <p:nvPr/>
        </p:nvSpPr>
        <p:spPr>
          <a:xfrm>
            <a:off x="658368" y="6035040"/>
            <a:ext cx="45720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500F"/>
                </a:solidFill>
                <a:effectLst/>
                <a:uLnTx/>
                <a:uFillTx/>
                <a:latin typeface="Arial"/>
                <a:ea typeface="+mn-ea"/>
                <a:cs typeface="+mn-cs"/>
              </a:rPr>
              <a:t>PRIMARY MEASURE  ·  Content-sourced pipeline</a:t>
            </a:r>
            <a:endParaRPr lang="en-US"/>
          </a:p>
        </p:txBody>
      </p:sp>
      <p:sp>
        <p:nvSpPr>
          <p:cNvPr id="207" name="Merged 207"/>
          <p:cNvSpPr txBox="1"/>
          <p:nvPr/>
        </p:nvSpPr>
        <p:spPr>
          <a:xfrm>
            <a:off x="6309360" y="6035040"/>
            <a:ext cx="5276088" cy="215444"/>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FAF4"/>
                </a:solidFill>
                <a:effectLst/>
                <a:uLnTx/>
                <a:uFillTx/>
                <a:latin typeface="Arial"/>
                <a:ea typeface="+mn-ea"/>
                <a:cs typeface="+mn-cs"/>
              </a:rPr>
              <a:t>Gate  ·  scale paid promotion only after Month 2 proof assets.</a:t>
            </a:r>
            <a:endParaRPr kumimoji="0" lang="en-US" sz="1600" b="1" i="0" u="none" strike="noStrike" kern="1200" cap="none" spc="0" normalizeH="0" baseline="0" noProof="0">
              <a:ln>
                <a:noFill/>
              </a:ln>
              <a:solidFill>
                <a:srgbClr val="FAFAF4"/>
              </a:solidFill>
              <a:effectLst/>
              <a:uLnTx/>
              <a:uFillTx/>
              <a:latin typeface="Arial"/>
              <a:ea typeface="+mn-ea"/>
              <a:cs typeface="+mn-cs"/>
            </a:endParaRPr>
          </a:p>
        </p:txBody>
      </p:sp>
      <p:pic>
        <p:nvPicPr>
          <p:cNvPr id="216"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pic>
        <p:nvPicPr>
          <p:cNvPr id="35"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sp>
        <p:nvSpPr>
          <p:cNvPr id="36" name="TextBox 35"/>
          <p:cNvSpPr txBox="1"/>
          <p:nvPr/>
        </p:nvSpPr>
        <p:spPr>
          <a:xfrm>
            <a:off x="621792" y="221462"/>
            <a:ext cx="9326880"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4B00"/>
                </a:solidFill>
                <a:effectLst/>
                <a:uLnTx/>
                <a:uFillTx/>
                <a:latin typeface="Arial"/>
                <a:ea typeface="+mn-ea"/>
                <a:cs typeface="+mn-cs"/>
              </a:rPr>
              <a:t>APPENDIX  ·  PRODUCT AND TECH STACK</a:t>
            </a:r>
          </a:p>
        </p:txBody>
      </p:sp>
      <p:sp>
        <p:nvSpPr>
          <p:cNvPr id="37" name="Title 36"/>
          <p:cNvSpPr txBox="1">
            <a:spLocks noGrp="1"/>
          </p:cNvSpPr>
          <p:nvPr>
            <p:ph type="title"/>
          </p:nvPr>
        </p:nvSpPr>
        <p:spPr>
          <a:xfrm>
            <a:off x="566928" y="594360"/>
            <a:ext cx="11018520" cy="538609"/>
          </a:xfrm>
          <a:prstGeom prst="rect">
            <a:avLst/>
          </a:prstGeom>
          <a:noFill/>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FAFAF4"/>
                </a:solidFill>
                <a:effectLst/>
                <a:uLnTx/>
                <a:uFillTx/>
                <a:latin typeface="Arial"/>
                <a:ea typeface="+mn-ea"/>
                <a:cs typeface="+mn-cs"/>
              </a:rPr>
              <a:t>Enterprise value sits in the control plane.</a:t>
            </a:r>
          </a:p>
        </p:txBody>
      </p:sp>
      <p:sp>
        <p:nvSpPr>
          <p:cNvPr id="38" name="TextBox 37"/>
          <p:cNvSpPr txBox="1"/>
          <p:nvPr/>
        </p:nvSpPr>
        <p:spPr>
          <a:xfrm>
            <a:off x="566928" y="1133856"/>
            <a:ext cx="109728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Models drive distribution; operational control creates enterprise value.</a:t>
            </a:r>
          </a:p>
        </p:txBody>
      </p:sp>
      <p:cxnSp>
        <p:nvCxnSpPr>
          <p:cNvPr id="39" name="Connector 38"/>
          <p:cNvCxnSpPr/>
          <p:nvPr/>
        </p:nvCxnSpPr>
        <p:spPr>
          <a:xfrm>
            <a:off x="566928" y="1481328"/>
            <a:ext cx="11045952" cy="0"/>
          </a:xfrm>
          <a:prstGeom prst="line">
            <a:avLst/>
          </a:prstGeom>
          <a:ln w="10160">
            <a:solidFill>
              <a:srgbClr val="FA500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58368" y="1810512"/>
            <a:ext cx="1325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CONTROL PLANE</a:t>
            </a:r>
            <a:endParaRPr lang="en-US"/>
          </a:p>
        </p:txBody>
      </p:sp>
      <p:sp>
        <p:nvSpPr>
          <p:cNvPr id="41" name="TextBox 40"/>
          <p:cNvSpPr txBox="1"/>
          <p:nvPr/>
        </p:nvSpPr>
        <p:spPr>
          <a:xfrm>
            <a:off x="1965960" y="1783080"/>
            <a:ext cx="1874519"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Admin</a:t>
            </a:r>
            <a:endParaRPr lang="en-US"/>
          </a:p>
        </p:txBody>
      </p:sp>
      <p:sp>
        <p:nvSpPr>
          <p:cNvPr id="42" name="TextBox 41"/>
          <p:cNvSpPr txBox="1"/>
          <p:nvPr/>
        </p:nvSpPr>
        <p:spPr>
          <a:xfrm>
            <a:off x="3886200" y="1783080"/>
            <a:ext cx="73000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SSO · provisioning · roles · spend · audit · policy</a:t>
            </a:r>
            <a:endParaRPr lang="en-US"/>
          </a:p>
        </p:txBody>
      </p:sp>
      <p:cxnSp>
        <p:nvCxnSpPr>
          <p:cNvPr id="43" name="Connector 42"/>
          <p:cNvCxnSpPr/>
          <p:nvPr/>
        </p:nvCxnSpPr>
        <p:spPr>
          <a:xfrm>
            <a:off x="658368" y="2203704"/>
            <a:ext cx="10698480" cy="0"/>
          </a:xfrm>
          <a:prstGeom prst="line">
            <a:avLst/>
          </a:prstGeom>
          <a:ln w="8255">
            <a:solidFill>
              <a:srgbClr val="3E362E"/>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58368" y="2330512"/>
            <a:ext cx="1325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DEPLOYMENT</a:t>
            </a:r>
            <a:endParaRPr lang="en-US"/>
          </a:p>
        </p:txBody>
      </p:sp>
      <p:sp>
        <p:nvSpPr>
          <p:cNvPr id="45" name="TextBox 44"/>
          <p:cNvSpPr txBox="1"/>
          <p:nvPr/>
        </p:nvSpPr>
        <p:spPr>
          <a:xfrm>
            <a:off x="1965960" y="2303080"/>
            <a:ext cx="1874519"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Customer choice</a:t>
            </a:r>
            <a:endParaRPr lang="en-US"/>
          </a:p>
        </p:txBody>
      </p:sp>
      <p:sp>
        <p:nvSpPr>
          <p:cNvPr id="46" name="TextBox 45"/>
          <p:cNvSpPr txBox="1"/>
          <p:nvPr/>
        </p:nvSpPr>
        <p:spPr>
          <a:xfrm>
            <a:off x="3886200" y="2303080"/>
            <a:ext cx="73000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Hybrid · dedicated · self-hosted · regional endpoints</a:t>
            </a:r>
            <a:endParaRPr lang="en-US"/>
          </a:p>
        </p:txBody>
      </p:sp>
      <p:cxnSp>
        <p:nvCxnSpPr>
          <p:cNvPr id="47" name="Connector 46"/>
          <p:cNvCxnSpPr/>
          <p:nvPr/>
        </p:nvCxnSpPr>
        <p:spPr>
          <a:xfrm>
            <a:off x="658368" y="2723704"/>
            <a:ext cx="10698480" cy="0"/>
          </a:xfrm>
          <a:prstGeom prst="line">
            <a:avLst/>
          </a:prstGeom>
          <a:ln w="8255">
            <a:solidFill>
              <a:srgbClr val="3E362E"/>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58368" y="2850512"/>
            <a:ext cx="1325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CONNECT</a:t>
            </a:r>
            <a:endParaRPr lang="en-US"/>
          </a:p>
        </p:txBody>
      </p:sp>
      <p:sp>
        <p:nvSpPr>
          <p:cNvPr id="49" name="TextBox 48"/>
          <p:cNvSpPr txBox="1"/>
          <p:nvPr/>
        </p:nvSpPr>
        <p:spPr>
          <a:xfrm>
            <a:off x="1965960" y="2823080"/>
            <a:ext cx="1874519"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60+ connectors</a:t>
            </a:r>
            <a:endParaRPr lang="en-US"/>
          </a:p>
        </p:txBody>
      </p:sp>
      <p:sp>
        <p:nvSpPr>
          <p:cNvPr id="50" name="TextBox 49"/>
          <p:cNvSpPr txBox="1"/>
          <p:nvPr/>
        </p:nvSpPr>
        <p:spPr>
          <a:xfrm>
            <a:off x="3886200" y="2823080"/>
            <a:ext cx="73000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Scoped keys · multi-account sign-in · custom MCP</a:t>
            </a:r>
            <a:endParaRPr lang="en-US"/>
          </a:p>
        </p:txBody>
      </p:sp>
      <p:cxnSp>
        <p:nvCxnSpPr>
          <p:cNvPr id="51" name="Connector 50"/>
          <p:cNvCxnSpPr/>
          <p:nvPr/>
        </p:nvCxnSpPr>
        <p:spPr>
          <a:xfrm>
            <a:off x="658368" y="3243704"/>
            <a:ext cx="10698480" cy="0"/>
          </a:xfrm>
          <a:prstGeom prst="line">
            <a:avLst/>
          </a:prstGeom>
          <a:ln w="8255">
            <a:solidFill>
              <a:srgbClr val="3E362E"/>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58368" y="3370512"/>
            <a:ext cx="1325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PLATFORM</a:t>
            </a:r>
            <a:endParaRPr lang="en-US"/>
          </a:p>
        </p:txBody>
      </p:sp>
      <p:sp>
        <p:nvSpPr>
          <p:cNvPr id="53" name="TextBox 52"/>
          <p:cNvSpPr txBox="1"/>
          <p:nvPr/>
        </p:nvSpPr>
        <p:spPr>
          <a:xfrm>
            <a:off x="1965960" y="3343080"/>
            <a:ext cx="1874519"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Studio</a:t>
            </a:r>
            <a:endParaRPr lang="en-US"/>
          </a:p>
        </p:txBody>
      </p:sp>
      <p:sp>
        <p:nvSpPr>
          <p:cNvPr id="54" name="TextBox 53"/>
          <p:cNvSpPr txBox="1"/>
          <p:nvPr/>
        </p:nvSpPr>
        <p:spPr>
          <a:xfrm>
            <a:off x="3886200" y="3343080"/>
            <a:ext cx="73000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Workflows · agents · evaluations · registry · rollback</a:t>
            </a:r>
            <a:endParaRPr lang="en-US"/>
          </a:p>
        </p:txBody>
      </p:sp>
      <p:cxnSp>
        <p:nvCxnSpPr>
          <p:cNvPr id="55" name="Connector 54"/>
          <p:cNvCxnSpPr/>
          <p:nvPr/>
        </p:nvCxnSpPr>
        <p:spPr>
          <a:xfrm>
            <a:off x="658368" y="3763704"/>
            <a:ext cx="10698480" cy="0"/>
          </a:xfrm>
          <a:prstGeom prst="line">
            <a:avLst/>
          </a:prstGeom>
          <a:ln w="8255">
            <a:solidFill>
              <a:srgbClr val="3E362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58368" y="3890511"/>
            <a:ext cx="132588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MODELS</a:t>
            </a:r>
            <a:endParaRPr lang="en-US"/>
          </a:p>
        </p:txBody>
      </p:sp>
      <p:sp>
        <p:nvSpPr>
          <p:cNvPr id="57" name="TextBox 56"/>
          <p:cNvSpPr txBox="1"/>
          <p:nvPr/>
        </p:nvSpPr>
        <p:spPr>
          <a:xfrm>
            <a:off x="1965960" y="3863079"/>
            <a:ext cx="1874519"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Open weights</a:t>
            </a:r>
            <a:endParaRPr lang="en-US"/>
          </a:p>
        </p:txBody>
      </p:sp>
      <p:sp>
        <p:nvSpPr>
          <p:cNvPr id="58" name="TextBox 57"/>
          <p:cNvSpPr txBox="1"/>
          <p:nvPr/>
        </p:nvSpPr>
        <p:spPr>
          <a:xfrm>
            <a:off x="3886200" y="3863079"/>
            <a:ext cx="730000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Dense + MoE · code · OCR · speech · vision</a:t>
            </a:r>
            <a:endParaRPr lang="en-US"/>
          </a:p>
        </p:txBody>
      </p:sp>
      <p:cxnSp>
        <p:nvCxnSpPr>
          <p:cNvPr id="59" name="Connector 58"/>
          <p:cNvCxnSpPr/>
          <p:nvPr/>
        </p:nvCxnSpPr>
        <p:spPr>
          <a:xfrm>
            <a:off x="658368" y="4283703"/>
            <a:ext cx="10698480" cy="0"/>
          </a:xfrm>
          <a:prstGeom prst="line">
            <a:avLst/>
          </a:prstGeom>
          <a:ln w="8255">
            <a:solidFill>
              <a:srgbClr val="3E362E"/>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58368" y="5769824"/>
            <a:ext cx="150876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DEFENSIBLE EDGE</a:t>
            </a:r>
            <a:endParaRPr lang="en-US"/>
          </a:p>
        </p:txBody>
      </p:sp>
      <p:sp>
        <p:nvSpPr>
          <p:cNvPr id="74" name="TextBox 73"/>
          <p:cNvSpPr txBox="1"/>
          <p:nvPr/>
        </p:nvSpPr>
        <p:spPr>
          <a:xfrm>
            <a:off x="2212848" y="5705816"/>
            <a:ext cx="5394960" cy="5232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AFAF4"/>
                </a:solidFill>
                <a:effectLst/>
                <a:uLnTx/>
                <a:uFillTx/>
                <a:latin typeface="Arial"/>
                <a:ea typeface="+mn-ea"/>
                <a:cs typeface="+mn-cs"/>
              </a:rPr>
              <a:t>Deployment choice, scoped controls, audit records, and versioned behavior assets.</a:t>
            </a:r>
          </a:p>
        </p:txBody>
      </p:sp>
      <p:sp>
        <p:nvSpPr>
          <p:cNvPr id="75" name="TextBox 74"/>
          <p:cNvSpPr txBox="1"/>
          <p:nvPr/>
        </p:nvSpPr>
        <p:spPr>
          <a:xfrm>
            <a:off x="8065008" y="5769824"/>
            <a:ext cx="1389888"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500F"/>
                </a:solidFill>
                <a:effectLst/>
                <a:uLnTx/>
                <a:uFillTx/>
                <a:latin typeface="Arial"/>
                <a:ea typeface="+mn-ea"/>
                <a:cs typeface="+mn-cs"/>
              </a:rPr>
              <a:t>DO NOT LEAD WITH</a:t>
            </a:r>
            <a:endParaRPr lang="en-US"/>
          </a:p>
        </p:txBody>
      </p:sp>
      <p:sp>
        <p:nvSpPr>
          <p:cNvPr id="76" name="TextBox 75"/>
          <p:cNvSpPr txBox="1"/>
          <p:nvPr/>
        </p:nvSpPr>
        <p:spPr>
          <a:xfrm>
            <a:off x="9491472" y="5705816"/>
            <a:ext cx="1673352" cy="43891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FAF4"/>
                </a:solidFill>
                <a:effectLst/>
                <a:uLnTx/>
                <a:uFillTx/>
                <a:latin typeface="Arial"/>
                <a:ea typeface="+mn-ea"/>
                <a:cs typeface="+mn-cs"/>
              </a:rPr>
              <a:t>Model quality or residency alone.</a:t>
            </a:r>
          </a:p>
        </p:txBody>
      </p:sp>
      <p:sp>
        <p:nvSpPr>
          <p:cNvPr id="77" name="TextBox 76"/>
          <p:cNvSpPr txBox="1"/>
          <p:nvPr/>
        </p:nvSpPr>
        <p:spPr>
          <a:xfrm>
            <a:off x="566928" y="6400800"/>
            <a:ext cx="10469880"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8A096"/>
                </a:solidFill>
                <a:effectLst/>
                <a:uLnTx/>
                <a:uFillTx/>
                <a:latin typeface="Arial"/>
                <a:ea typeface="+mn-ea"/>
                <a:cs typeface="+mn-cs"/>
              </a:rPr>
              <a:t>MCP = Model Context Protocol; MoE = mixture of experts; roadmap dates are stated claims.</a:t>
            </a:r>
            <a:endParaRPr lang="en-US"/>
          </a:p>
        </p:txBody>
      </p:sp>
      <p:sp>
        <p:nvSpPr>
          <p:cNvPr id="78" name="TextBox 77"/>
          <p:cNvSpPr txBox="1"/>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10</a:t>
            </a:r>
            <a:endParaRPr lang="en-US"/>
          </a:p>
        </p:txBody>
      </p:sp>
      <p:sp>
        <p:nvSpPr>
          <p:cNvPr id="79" name="TextBox 78"/>
          <p:cNvSpPr txBox="1"/>
          <p:nvPr/>
        </p:nvSpPr>
        <p:spPr>
          <a:xfrm>
            <a:off x="658368" y="4352544"/>
            <a:ext cx="2400000" cy="153888"/>
          </a:xfrm>
          <a:prstGeom prst="rect">
            <a:avLst/>
          </a:prstGeom>
          <a:noFill/>
        </p:spPr>
        <p:txBody>
          <a:bodyPr wrap="square" lIns="0" tIns="0" rIns="0" bIns="0">
            <a:spAutoFit/>
          </a:bodyPr>
          <a:lstStyle/>
          <a:p>
            <a:r>
              <a:rPr lang="en-US" sz="1000" b="1">
                <a:solidFill>
                  <a:srgbClr val="FA500F"/>
                </a:solidFill>
                <a:latin typeface="Arial"/>
              </a:rPr>
              <a:t>ROADMAP  ·  SHIPPED</a:t>
            </a:r>
            <a:endParaRPr lang="en-US"/>
          </a:p>
        </p:txBody>
      </p:sp>
      <p:sp>
        <p:nvSpPr>
          <p:cNvPr id="80" name="Rectangle 79"/>
          <p:cNvSpPr/>
          <p:nvPr/>
        </p:nvSpPr>
        <p:spPr>
          <a:xfrm>
            <a:off x="1298448" y="4962449"/>
            <a:ext cx="9400032" cy="29261"/>
          </a:xfrm>
          <a:prstGeom prst="rect">
            <a:avLst/>
          </a:prstGeom>
          <a:solidFill>
            <a:srgbClr val="3E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Rectangle 80"/>
          <p:cNvSpPr/>
          <p:nvPr/>
        </p:nvSpPr>
        <p:spPr>
          <a:xfrm>
            <a:off x="1211580" y="4890211"/>
            <a:ext cx="173736" cy="173736"/>
          </a:xfrm>
          <a:prstGeom prst="ellipse">
            <a:avLst/>
          </a:prstGeom>
          <a:solidFill>
            <a:srgbClr val="FFAF00"/>
          </a:solidFill>
          <a:ln w="25400">
            <a:solidFill>
              <a:srgbClr val="1C18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TextBox 81"/>
          <p:cNvSpPr txBox="1"/>
          <p:nvPr/>
        </p:nvSpPr>
        <p:spPr>
          <a:xfrm>
            <a:off x="448056" y="4608576"/>
            <a:ext cx="1700784" cy="155448"/>
          </a:xfrm>
          <a:prstGeom prst="rect">
            <a:avLst/>
          </a:prstGeom>
          <a:noFill/>
        </p:spPr>
        <p:txBody>
          <a:bodyPr wrap="square" lIns="0" tIns="0" rIns="0" bIns="0">
            <a:spAutoFit/>
          </a:bodyPr>
          <a:lstStyle/>
          <a:p>
            <a:pPr algn="ctr"/>
            <a:r>
              <a:rPr lang="en-US" sz="1000" b="1">
                <a:solidFill>
                  <a:srgbClr val="FFAF00"/>
                </a:solidFill>
                <a:latin typeface="Arial"/>
              </a:rPr>
              <a:t>MAY 2025</a:t>
            </a:r>
            <a:endParaRPr lang="en-US"/>
          </a:p>
        </p:txBody>
      </p:sp>
      <p:sp>
        <p:nvSpPr>
          <p:cNvPr id="83" name="TextBox 82"/>
          <p:cNvSpPr txBox="1"/>
          <p:nvPr/>
        </p:nvSpPr>
        <p:spPr>
          <a:xfrm>
            <a:off x="448056" y="5212080"/>
            <a:ext cx="1700784" cy="182880"/>
          </a:xfrm>
          <a:prstGeom prst="rect">
            <a:avLst/>
          </a:prstGeom>
          <a:noFill/>
        </p:spPr>
        <p:txBody>
          <a:bodyPr wrap="square" lIns="0" tIns="0" rIns="0" bIns="0">
            <a:spAutoFit/>
          </a:bodyPr>
          <a:lstStyle/>
          <a:p>
            <a:pPr algn="ctr"/>
            <a:r>
              <a:rPr lang="en-US" sz="1200" b="0">
                <a:solidFill>
                  <a:srgbClr val="FAFAF4"/>
                </a:solidFill>
                <a:latin typeface="Arial"/>
              </a:rPr>
              <a:t>Agents API</a:t>
            </a:r>
            <a:endParaRPr lang="en-US"/>
          </a:p>
        </p:txBody>
      </p:sp>
      <p:sp>
        <p:nvSpPr>
          <p:cNvPr id="84" name="Rectangle 83"/>
          <p:cNvSpPr/>
          <p:nvPr/>
        </p:nvSpPr>
        <p:spPr>
          <a:xfrm>
            <a:off x="3095244" y="4890211"/>
            <a:ext cx="173736" cy="173736"/>
          </a:xfrm>
          <a:prstGeom prst="ellipse">
            <a:avLst/>
          </a:prstGeom>
          <a:solidFill>
            <a:srgbClr val="FF9A04"/>
          </a:solidFill>
          <a:ln w="25400">
            <a:solidFill>
              <a:srgbClr val="1C18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TextBox 84"/>
          <p:cNvSpPr txBox="1"/>
          <p:nvPr/>
        </p:nvSpPr>
        <p:spPr>
          <a:xfrm>
            <a:off x="2331720" y="4608576"/>
            <a:ext cx="1700784" cy="155448"/>
          </a:xfrm>
          <a:prstGeom prst="rect">
            <a:avLst/>
          </a:prstGeom>
          <a:noFill/>
        </p:spPr>
        <p:txBody>
          <a:bodyPr wrap="square" lIns="0" tIns="0" rIns="0" bIns="0">
            <a:spAutoFit/>
          </a:bodyPr>
          <a:lstStyle/>
          <a:p>
            <a:pPr algn="ctr"/>
            <a:r>
              <a:rPr lang="en-US" sz="1000" b="1">
                <a:solidFill>
                  <a:srgbClr val="FF9A04"/>
                </a:solidFill>
                <a:latin typeface="Arial"/>
              </a:rPr>
              <a:t>OCT 2025</a:t>
            </a:r>
            <a:endParaRPr lang="en-US"/>
          </a:p>
        </p:txBody>
      </p:sp>
      <p:sp>
        <p:nvSpPr>
          <p:cNvPr id="86" name="TextBox 85"/>
          <p:cNvSpPr txBox="1"/>
          <p:nvPr/>
        </p:nvSpPr>
        <p:spPr>
          <a:xfrm>
            <a:off x="2331720" y="5212080"/>
            <a:ext cx="1700784" cy="182880"/>
          </a:xfrm>
          <a:prstGeom prst="rect">
            <a:avLst/>
          </a:prstGeom>
          <a:noFill/>
        </p:spPr>
        <p:txBody>
          <a:bodyPr wrap="square" lIns="0" tIns="0" rIns="0" bIns="0">
            <a:spAutoFit/>
          </a:bodyPr>
          <a:lstStyle/>
          <a:p>
            <a:pPr algn="ctr"/>
            <a:r>
              <a:rPr lang="en-US" sz="1200" b="0">
                <a:solidFill>
                  <a:srgbClr val="FAFAF4"/>
                </a:solidFill>
                <a:latin typeface="Arial"/>
              </a:rPr>
              <a:t>Studio</a:t>
            </a:r>
            <a:endParaRPr lang="en-US"/>
          </a:p>
        </p:txBody>
      </p:sp>
      <p:sp>
        <p:nvSpPr>
          <p:cNvPr id="87" name="Rectangle 86"/>
          <p:cNvSpPr/>
          <p:nvPr/>
        </p:nvSpPr>
        <p:spPr>
          <a:xfrm>
            <a:off x="4969764" y="4890211"/>
            <a:ext cx="173736" cy="173736"/>
          </a:xfrm>
          <a:prstGeom prst="ellipse">
            <a:avLst/>
          </a:prstGeom>
          <a:solidFill>
            <a:srgbClr val="FF8205"/>
          </a:solidFill>
          <a:ln w="25400">
            <a:solidFill>
              <a:srgbClr val="1C18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TextBox 87"/>
          <p:cNvSpPr txBox="1"/>
          <p:nvPr/>
        </p:nvSpPr>
        <p:spPr>
          <a:xfrm>
            <a:off x="4206240" y="4608576"/>
            <a:ext cx="1700784" cy="155448"/>
          </a:xfrm>
          <a:prstGeom prst="rect">
            <a:avLst/>
          </a:prstGeom>
          <a:noFill/>
        </p:spPr>
        <p:txBody>
          <a:bodyPr wrap="square" lIns="0" tIns="0" rIns="0" bIns="0">
            <a:spAutoFit/>
          </a:bodyPr>
          <a:lstStyle/>
          <a:p>
            <a:pPr algn="ctr"/>
            <a:r>
              <a:rPr lang="en-US" sz="1000" b="1">
                <a:solidFill>
                  <a:srgbClr val="FF8205"/>
                </a:solidFill>
                <a:latin typeface="Arial"/>
              </a:rPr>
              <a:t>APR 2026</a:t>
            </a:r>
            <a:endParaRPr lang="en-US"/>
          </a:p>
        </p:txBody>
      </p:sp>
      <p:sp>
        <p:nvSpPr>
          <p:cNvPr id="89" name="TextBox 88"/>
          <p:cNvSpPr txBox="1"/>
          <p:nvPr/>
        </p:nvSpPr>
        <p:spPr>
          <a:xfrm>
            <a:off x="4206240" y="5212080"/>
            <a:ext cx="1700784" cy="182880"/>
          </a:xfrm>
          <a:prstGeom prst="rect">
            <a:avLst/>
          </a:prstGeom>
          <a:noFill/>
        </p:spPr>
        <p:txBody>
          <a:bodyPr wrap="square" lIns="0" tIns="0" rIns="0" bIns="0">
            <a:spAutoFit/>
          </a:bodyPr>
          <a:lstStyle/>
          <a:p>
            <a:pPr algn="ctr"/>
            <a:r>
              <a:rPr lang="en-US" sz="1200" b="0">
                <a:solidFill>
                  <a:srgbClr val="FAFAF4"/>
                </a:solidFill>
                <a:latin typeface="Arial"/>
              </a:rPr>
              <a:t>Workflows</a:t>
            </a:r>
            <a:endParaRPr lang="en-US"/>
          </a:p>
        </p:txBody>
      </p:sp>
      <p:sp>
        <p:nvSpPr>
          <p:cNvPr id="90" name="Rectangle 89"/>
          <p:cNvSpPr/>
          <p:nvPr/>
        </p:nvSpPr>
        <p:spPr>
          <a:xfrm>
            <a:off x="6853428" y="4890211"/>
            <a:ext cx="173736" cy="173736"/>
          </a:xfrm>
          <a:prstGeom prst="ellipse">
            <a:avLst/>
          </a:prstGeom>
          <a:solidFill>
            <a:srgbClr val="FA500F"/>
          </a:solidFill>
          <a:ln w="25400">
            <a:solidFill>
              <a:srgbClr val="1C18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TextBox 90"/>
          <p:cNvSpPr txBox="1"/>
          <p:nvPr/>
        </p:nvSpPr>
        <p:spPr>
          <a:xfrm>
            <a:off x="6089904" y="4608576"/>
            <a:ext cx="1700784" cy="155448"/>
          </a:xfrm>
          <a:prstGeom prst="rect">
            <a:avLst/>
          </a:prstGeom>
          <a:noFill/>
        </p:spPr>
        <p:txBody>
          <a:bodyPr wrap="square" lIns="0" tIns="0" rIns="0" bIns="0">
            <a:spAutoFit/>
          </a:bodyPr>
          <a:lstStyle/>
          <a:p>
            <a:pPr algn="ctr"/>
            <a:r>
              <a:rPr lang="en-US" sz="1000" b="1">
                <a:solidFill>
                  <a:srgbClr val="FA500F"/>
                </a:solidFill>
                <a:latin typeface="Arial"/>
              </a:rPr>
              <a:t>JUN 2026</a:t>
            </a:r>
            <a:endParaRPr lang="en-US"/>
          </a:p>
        </p:txBody>
      </p:sp>
      <p:sp>
        <p:nvSpPr>
          <p:cNvPr id="92" name="TextBox 91"/>
          <p:cNvSpPr txBox="1"/>
          <p:nvPr/>
        </p:nvSpPr>
        <p:spPr>
          <a:xfrm>
            <a:off x="6089904" y="5212080"/>
            <a:ext cx="1700784" cy="182880"/>
          </a:xfrm>
          <a:prstGeom prst="rect">
            <a:avLst/>
          </a:prstGeom>
          <a:noFill/>
        </p:spPr>
        <p:txBody>
          <a:bodyPr wrap="square" lIns="0" tIns="0" rIns="0" bIns="0">
            <a:spAutoFit/>
          </a:bodyPr>
          <a:lstStyle/>
          <a:p>
            <a:pPr algn="ctr"/>
            <a:r>
              <a:rPr lang="en-US" sz="1200" b="0">
                <a:solidFill>
                  <a:srgbClr val="FAFAF4"/>
                </a:solidFill>
                <a:latin typeface="Arial"/>
              </a:rPr>
              <a:t>Vibe</a:t>
            </a:r>
            <a:endParaRPr lang="en-US"/>
          </a:p>
        </p:txBody>
      </p:sp>
      <p:sp>
        <p:nvSpPr>
          <p:cNvPr id="93" name="Rectangle 92"/>
          <p:cNvSpPr/>
          <p:nvPr/>
        </p:nvSpPr>
        <p:spPr>
          <a:xfrm>
            <a:off x="8737092" y="4890211"/>
            <a:ext cx="173736" cy="173736"/>
          </a:xfrm>
          <a:prstGeom prst="ellipse">
            <a:avLst/>
          </a:prstGeom>
          <a:solidFill>
            <a:srgbClr val="EE2A05"/>
          </a:solidFill>
          <a:ln w="25400">
            <a:solidFill>
              <a:srgbClr val="1C18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TextBox 93"/>
          <p:cNvSpPr txBox="1"/>
          <p:nvPr/>
        </p:nvSpPr>
        <p:spPr>
          <a:xfrm>
            <a:off x="7973568" y="4608576"/>
            <a:ext cx="1700784" cy="155448"/>
          </a:xfrm>
          <a:prstGeom prst="rect">
            <a:avLst/>
          </a:prstGeom>
          <a:noFill/>
        </p:spPr>
        <p:txBody>
          <a:bodyPr wrap="square" lIns="0" tIns="0" rIns="0" bIns="0">
            <a:spAutoFit/>
          </a:bodyPr>
          <a:lstStyle/>
          <a:p>
            <a:pPr algn="ctr"/>
            <a:r>
              <a:rPr lang="en-US" sz="1000" b="1">
                <a:solidFill>
                  <a:srgbClr val="EE2A05"/>
                </a:solidFill>
                <a:latin typeface="Arial"/>
              </a:rPr>
              <a:t>JUL 2026</a:t>
            </a:r>
            <a:endParaRPr lang="en-US"/>
          </a:p>
        </p:txBody>
      </p:sp>
      <p:sp>
        <p:nvSpPr>
          <p:cNvPr id="95" name="TextBox 94"/>
          <p:cNvSpPr txBox="1"/>
          <p:nvPr/>
        </p:nvSpPr>
        <p:spPr>
          <a:xfrm>
            <a:off x="7973568" y="5212080"/>
            <a:ext cx="1700784" cy="182880"/>
          </a:xfrm>
          <a:prstGeom prst="rect">
            <a:avLst/>
          </a:prstGeom>
          <a:noFill/>
        </p:spPr>
        <p:txBody>
          <a:bodyPr wrap="square" lIns="0" tIns="0" rIns="0" bIns="0">
            <a:spAutoFit/>
          </a:bodyPr>
          <a:lstStyle/>
          <a:p>
            <a:pPr algn="ctr"/>
            <a:r>
              <a:rPr lang="en-US" sz="1200" b="0">
                <a:solidFill>
                  <a:srgbClr val="FAFAF4"/>
                </a:solidFill>
                <a:latin typeface="Arial"/>
              </a:rPr>
              <a:t>Prompts + Skills</a:t>
            </a:r>
            <a:endParaRPr lang="en-US"/>
          </a:p>
        </p:txBody>
      </p:sp>
      <p:sp>
        <p:nvSpPr>
          <p:cNvPr id="96" name="Rectangle 95"/>
          <p:cNvSpPr/>
          <p:nvPr/>
        </p:nvSpPr>
        <p:spPr>
          <a:xfrm>
            <a:off x="10611612" y="4890211"/>
            <a:ext cx="173736" cy="173736"/>
          </a:xfrm>
          <a:prstGeom prst="ellipse">
            <a:avLst/>
          </a:prstGeom>
          <a:solidFill>
            <a:srgbClr val="E10500"/>
          </a:solidFill>
          <a:ln w="25400">
            <a:solidFill>
              <a:srgbClr val="1C18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TextBox 96"/>
          <p:cNvSpPr txBox="1"/>
          <p:nvPr/>
        </p:nvSpPr>
        <p:spPr>
          <a:xfrm>
            <a:off x="9848088" y="4608576"/>
            <a:ext cx="1700784" cy="155448"/>
          </a:xfrm>
          <a:prstGeom prst="rect">
            <a:avLst/>
          </a:prstGeom>
          <a:noFill/>
        </p:spPr>
        <p:txBody>
          <a:bodyPr wrap="square" lIns="0" tIns="0" rIns="0" bIns="0">
            <a:spAutoFit/>
          </a:bodyPr>
          <a:lstStyle/>
          <a:p>
            <a:pPr algn="ctr"/>
            <a:r>
              <a:rPr lang="en-US" sz="1000" b="1">
                <a:solidFill>
                  <a:srgbClr val="E10500"/>
                </a:solidFill>
                <a:latin typeface="Arial"/>
              </a:rPr>
              <a:t>AUG 2026</a:t>
            </a:r>
            <a:endParaRPr lang="en-US"/>
          </a:p>
        </p:txBody>
      </p:sp>
      <p:sp>
        <p:nvSpPr>
          <p:cNvPr id="98" name="TextBox 97"/>
          <p:cNvSpPr txBox="1"/>
          <p:nvPr/>
        </p:nvSpPr>
        <p:spPr>
          <a:xfrm>
            <a:off x="9848088" y="5212080"/>
            <a:ext cx="1700784" cy="182880"/>
          </a:xfrm>
          <a:prstGeom prst="rect">
            <a:avLst/>
          </a:prstGeom>
          <a:noFill/>
        </p:spPr>
        <p:txBody>
          <a:bodyPr wrap="square" lIns="0" tIns="0" rIns="0" bIns="0">
            <a:spAutoFit/>
          </a:bodyPr>
          <a:lstStyle/>
          <a:p>
            <a:pPr algn="ctr"/>
            <a:r>
              <a:rPr lang="en-US" sz="1200" b="0">
                <a:solidFill>
                  <a:srgbClr val="FAFAF4"/>
                </a:solidFill>
                <a:latin typeface="Arial"/>
              </a:rPr>
              <a:t>Regional endpoints</a:t>
            </a:r>
            <a:endParaRPr lang="en-US"/>
          </a:p>
        </p:txBody>
      </p:sp>
      <p:pic>
        <p:nvPicPr>
          <p:cNvPr id="99"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C1815"/>
        </a:solidFill>
        <a:effectLst/>
      </p:bgPr>
    </p:bg>
    <p:spTree>
      <p:nvGrpSpPr>
        <p:cNvPr id="1" name=""/>
        <p:cNvGrpSpPr/>
        <p:nvPr/>
      </p:nvGrpSpPr>
      <p:grpSpPr>
        <a:xfrm>
          <a:off x="0" y="0"/>
          <a:ext cx="0" cy="0"/>
          <a:chOff x="0" y="0"/>
          <a:chExt cx="0" cy="0"/>
        </a:xfrm>
      </p:grpSpPr>
      <p:pic>
        <p:nvPicPr>
          <p:cNvPr id="31" name="Official Mistral footer symbol">
            <a:extLs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11594592" y="6400800"/>
            <a:ext cx="228600" cy="163413"/>
          </a:xfrm>
          <a:prstGeom prst="rect">
            <a:avLst/>
          </a:prstGeom>
        </p:spPr>
      </p:pic>
      <p:sp>
        <p:nvSpPr>
          <p:cNvPr id="32" name="TextBox 31"/>
          <p:cNvSpPr txBox="1"/>
          <p:nvPr/>
        </p:nvSpPr>
        <p:spPr>
          <a:xfrm>
            <a:off x="621792" y="221462"/>
            <a:ext cx="9326880"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4B00"/>
                </a:solidFill>
                <a:effectLst/>
                <a:uLnTx/>
                <a:uFillTx/>
                <a:latin typeface="Arial"/>
                <a:ea typeface="+mn-ea"/>
                <a:cs typeface="+mn-cs"/>
              </a:rPr>
              <a:t>APPENDIX  ·  INDUSTRY STRUCTURE  ·  PORTER’S FIVE FORCES</a:t>
            </a:r>
            <a:endParaRPr lang="en-US"/>
          </a:p>
        </p:txBody>
      </p:sp>
      <p:sp>
        <p:nvSpPr>
          <p:cNvPr id="33" name="Title 32"/>
          <p:cNvSpPr txBox="1">
            <a:spLocks noGrp="1"/>
          </p:cNvSpPr>
          <p:nvPr>
            <p:ph type="title"/>
          </p:nvPr>
        </p:nvSpPr>
        <p:spPr>
          <a:xfrm>
            <a:off x="566928" y="594360"/>
            <a:ext cx="11018520" cy="53860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FAFAF4"/>
                </a:solidFill>
                <a:effectLst/>
                <a:uLnTx/>
                <a:uFillTx/>
                <a:latin typeface="Arial"/>
                <a:ea typeface="+mn-ea"/>
                <a:cs typeface="+mn-cs"/>
              </a:rPr>
              <a:t>The platform layer is where Mistral is exposed.</a:t>
            </a:r>
            <a:endParaRPr lang="en-US"/>
          </a:p>
        </p:txBody>
      </p:sp>
      <p:sp>
        <p:nvSpPr>
          <p:cNvPr id="34" name="TextBox 33"/>
          <p:cNvSpPr txBox="1"/>
          <p:nvPr/>
        </p:nvSpPr>
        <p:spPr>
          <a:xfrm>
            <a:off x="566928" y="1133856"/>
            <a:ext cx="10972800" cy="21544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A8A096"/>
                </a:solidFill>
                <a:effectLst/>
                <a:uLnTx/>
                <a:uFillTx/>
                <a:latin typeface="Arial"/>
                <a:ea typeface="+mn-ea"/>
                <a:cs typeface="+mn-cs"/>
              </a:rPr>
              <a:t>Disintermediation is the risk: win as the production platform for Mistral-powered enterprise AI, not a vendor-neutral one.</a:t>
            </a:r>
            <a:endParaRPr kumimoji="0" lang="en-US" sz="1300" b="0" i="0" u="none" strike="noStrike" kern="1200" cap="none" spc="0" normalizeH="0" baseline="0" noProof="0">
              <a:ln>
                <a:noFill/>
              </a:ln>
              <a:solidFill>
                <a:srgbClr val="A8A096"/>
              </a:solidFill>
              <a:effectLst/>
              <a:uLnTx/>
              <a:uFillTx/>
              <a:latin typeface="Arial"/>
              <a:ea typeface="+mn-ea"/>
              <a:cs typeface="+mn-cs"/>
            </a:endParaRPr>
          </a:p>
        </p:txBody>
      </p:sp>
      <p:sp>
        <p:nvSpPr>
          <p:cNvPr id="35" name="Rectangle 34"/>
          <p:cNvSpPr/>
          <p:nvPr/>
        </p:nvSpPr>
        <p:spPr>
          <a:xfrm>
            <a:off x="566928" y="1481328"/>
            <a:ext cx="11045952" cy="0"/>
          </a:xfrm>
          <a:prstGeom prst="rect">
            <a:avLst/>
          </a:prstGeom>
          <a:solidFill>
            <a:srgbClr val="FA5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36" name="TextBox 35"/>
          <p:cNvSpPr txBox="1"/>
          <p:nvPr/>
        </p:nvSpPr>
        <p:spPr>
          <a:xfrm>
            <a:off x="4892040" y="1682496"/>
            <a:ext cx="3611880" cy="19202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F"/>
                </a:solidFill>
                <a:effectLst/>
                <a:uLnTx/>
                <a:uFillTx/>
                <a:latin typeface="Arial"/>
                <a:ea typeface="+mn-ea"/>
                <a:cs typeface="+mn-cs"/>
              </a:rPr>
              <a:t>01  ·  COMPETITIVE RIVALRY</a:t>
            </a:r>
            <a:endParaRPr lang="en-US"/>
          </a:p>
        </p:txBody>
      </p:sp>
      <p:sp>
        <p:nvSpPr>
          <p:cNvPr id="37" name="TextBox 36"/>
          <p:cNvSpPr txBox="1"/>
          <p:nvPr/>
        </p:nvSpPr>
        <p:spPr>
          <a:xfrm>
            <a:off x="8641080" y="1673352"/>
            <a:ext cx="2880360" cy="219456"/>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FAF4"/>
                </a:solidFill>
                <a:effectLst/>
                <a:uLnTx/>
                <a:uFillTx/>
                <a:latin typeface="Arial"/>
                <a:ea typeface="+mn-ea"/>
                <a:cs typeface="+mn-cs"/>
              </a:rPr>
              <a:t>VERY HIGH   5/5</a:t>
            </a:r>
            <a:endParaRPr lang="en-US"/>
          </a:p>
        </p:txBody>
      </p:sp>
      <p:sp>
        <p:nvSpPr>
          <p:cNvPr id="48" name="TextBox 47"/>
          <p:cNvSpPr txBox="1"/>
          <p:nvPr/>
        </p:nvSpPr>
        <p:spPr>
          <a:xfrm>
            <a:off x="4892040" y="1911095"/>
            <a:ext cx="662940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AWS, Microsoft and Google combine broad model choice with native IAM, billing and observability—and distribute Mistral themselves. Studio has no exclusivity.</a:t>
            </a:r>
            <a:endParaRPr lang="en-US"/>
          </a:p>
        </p:txBody>
      </p:sp>
      <p:sp>
        <p:nvSpPr>
          <p:cNvPr id="50" name="TextBox 49"/>
          <p:cNvSpPr txBox="1"/>
          <p:nvPr/>
        </p:nvSpPr>
        <p:spPr>
          <a:xfrm>
            <a:off x="4892040" y="2258568"/>
            <a:ext cx="6629400"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Agents, evaluation, connectors and observability are table stakes.</a:t>
            </a:r>
            <a:endParaRPr lang="en-US"/>
          </a:p>
        </p:txBody>
      </p:sp>
      <p:sp>
        <p:nvSpPr>
          <p:cNvPr id="51" name="TextBox 50"/>
          <p:cNvSpPr txBox="1"/>
          <p:nvPr/>
        </p:nvSpPr>
        <p:spPr>
          <a:xfrm>
            <a:off x="4892040" y="2505456"/>
            <a:ext cx="3611880" cy="19202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F"/>
                </a:solidFill>
                <a:effectLst/>
                <a:uLnTx/>
                <a:uFillTx/>
                <a:latin typeface="Arial"/>
                <a:ea typeface="+mn-ea"/>
                <a:cs typeface="+mn-cs"/>
              </a:rPr>
              <a:t>02  ·  BUYER POWER</a:t>
            </a:r>
            <a:endParaRPr lang="en-US"/>
          </a:p>
        </p:txBody>
      </p:sp>
      <p:sp>
        <p:nvSpPr>
          <p:cNvPr id="52" name="TextBox 51"/>
          <p:cNvSpPr txBox="1"/>
          <p:nvPr/>
        </p:nvSpPr>
        <p:spPr>
          <a:xfrm>
            <a:off x="8641080" y="2496312"/>
            <a:ext cx="2880360" cy="219456"/>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FAF4"/>
                </a:solidFill>
                <a:effectLst/>
                <a:uLnTx/>
                <a:uFillTx/>
                <a:latin typeface="Arial"/>
                <a:ea typeface="+mn-ea"/>
                <a:cs typeface="+mn-cs"/>
              </a:rPr>
              <a:t>HIGH   4.5/5</a:t>
            </a:r>
            <a:endParaRPr lang="en-US"/>
          </a:p>
        </p:txBody>
      </p:sp>
      <p:sp>
        <p:nvSpPr>
          <p:cNvPr id="63" name="TextBox 62"/>
          <p:cNvSpPr txBox="1"/>
          <p:nvPr/>
        </p:nvSpPr>
        <p:spPr>
          <a:xfrm>
            <a:off x="4892040" y="2734056"/>
            <a:ext cx="662940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Enterprises can choose rival platforms, direct APIs, self-hosting, open-source stacks or multi-model architectures; procurement trades off performance, cost, security and TCO.</a:t>
            </a:r>
            <a:endParaRPr lang="en-US"/>
          </a:p>
        </p:txBody>
      </p:sp>
      <p:sp>
        <p:nvSpPr>
          <p:cNvPr id="65" name="TextBox 64"/>
          <p:cNvSpPr txBox="1"/>
          <p:nvPr/>
        </p:nvSpPr>
        <p:spPr>
          <a:xfrm>
            <a:off x="4892040" y="3081528"/>
            <a:ext cx="6629400"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Power falls only when EU deployment, governance or embedded workflows matter.</a:t>
            </a:r>
            <a:endParaRPr lang="en-US"/>
          </a:p>
        </p:txBody>
      </p:sp>
      <p:sp>
        <p:nvSpPr>
          <p:cNvPr id="66" name="TextBox 65"/>
          <p:cNvSpPr txBox="1"/>
          <p:nvPr/>
        </p:nvSpPr>
        <p:spPr>
          <a:xfrm>
            <a:off x="4892040" y="3328416"/>
            <a:ext cx="3611880" cy="18466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F"/>
                </a:solidFill>
                <a:effectLst/>
                <a:uLnTx/>
                <a:uFillTx/>
                <a:latin typeface="Arial"/>
                <a:ea typeface="+mn-ea"/>
                <a:cs typeface="+mn-cs"/>
              </a:rPr>
              <a:t>03  ·  SUPPLIER POWER</a:t>
            </a:r>
            <a:endParaRPr lang="en-US"/>
          </a:p>
        </p:txBody>
      </p:sp>
      <p:sp>
        <p:nvSpPr>
          <p:cNvPr id="67" name="TextBox 66"/>
          <p:cNvSpPr txBox="1"/>
          <p:nvPr/>
        </p:nvSpPr>
        <p:spPr>
          <a:xfrm>
            <a:off x="8641080" y="3319272"/>
            <a:ext cx="2880360" cy="184666"/>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FAF4"/>
                </a:solidFill>
                <a:effectLst/>
                <a:uLnTx/>
                <a:uFillTx/>
                <a:latin typeface="Arial"/>
                <a:ea typeface="+mn-ea"/>
                <a:cs typeface="+mn-cs"/>
              </a:rPr>
              <a:t>LOW–MODERATE   2.5/5</a:t>
            </a:r>
            <a:endParaRPr lang="en-US"/>
          </a:p>
        </p:txBody>
      </p:sp>
      <p:sp>
        <p:nvSpPr>
          <p:cNvPr id="76" name="TextBox 75"/>
          <p:cNvSpPr txBox="1"/>
          <p:nvPr/>
        </p:nvSpPr>
        <p:spPr>
          <a:xfrm>
            <a:off x="4892040" y="3557016"/>
            <a:ext cx="662940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Mistral supplies the core models; multiple cloud routes and self-deployment reduce infrastructure lock-in. Advanced compute remains constrained.</a:t>
            </a:r>
            <a:endParaRPr lang="en-US"/>
          </a:p>
        </p:txBody>
      </p:sp>
      <p:sp>
        <p:nvSpPr>
          <p:cNvPr id="78" name="TextBox 77"/>
          <p:cNvSpPr txBox="1"/>
          <p:nvPr/>
        </p:nvSpPr>
        <p:spPr>
          <a:xfrm>
            <a:off x="4892040" y="3904488"/>
            <a:ext cx="6629400"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MCP and Temporal are dependencies—not bargaining power.</a:t>
            </a:r>
            <a:endParaRPr lang="en-US"/>
          </a:p>
        </p:txBody>
      </p:sp>
      <p:sp>
        <p:nvSpPr>
          <p:cNvPr id="79" name="TextBox 78"/>
          <p:cNvSpPr txBox="1"/>
          <p:nvPr/>
        </p:nvSpPr>
        <p:spPr>
          <a:xfrm>
            <a:off x="4892040" y="4151376"/>
            <a:ext cx="3611880" cy="19202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F"/>
                </a:solidFill>
                <a:effectLst/>
                <a:uLnTx/>
                <a:uFillTx/>
                <a:latin typeface="Arial"/>
                <a:ea typeface="+mn-ea"/>
                <a:cs typeface="+mn-cs"/>
              </a:rPr>
              <a:t>04  ·  NEW ENTRANTS</a:t>
            </a:r>
            <a:endParaRPr lang="en-US"/>
          </a:p>
        </p:txBody>
      </p:sp>
      <p:sp>
        <p:nvSpPr>
          <p:cNvPr id="80" name="TextBox 79"/>
          <p:cNvSpPr txBox="1"/>
          <p:nvPr/>
        </p:nvSpPr>
        <p:spPr>
          <a:xfrm>
            <a:off x="8641080" y="4142232"/>
            <a:ext cx="2880360" cy="219456"/>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FAF4"/>
                </a:solidFill>
                <a:effectLst/>
                <a:uLnTx/>
                <a:uFillTx/>
                <a:latin typeface="Arial"/>
                <a:ea typeface="+mn-ea"/>
                <a:cs typeface="+mn-cs"/>
              </a:rPr>
              <a:t>MODERATE   3/5</a:t>
            </a:r>
            <a:endParaRPr lang="en-US"/>
          </a:p>
        </p:txBody>
      </p:sp>
      <p:sp>
        <p:nvSpPr>
          <p:cNvPr id="89" name="TextBox 88"/>
          <p:cNvSpPr txBox="1"/>
          <p:nvPr/>
        </p:nvSpPr>
        <p:spPr>
          <a:xfrm>
            <a:off x="4892040" y="4379976"/>
            <a:ext cx="662940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Basic consoles are easy to assemble from open models and OSS orchestration; production-grade reliability, security, governance, evaluation and support are not.</a:t>
            </a:r>
            <a:endParaRPr lang="en-US"/>
          </a:p>
        </p:txBody>
      </p:sp>
      <p:sp>
        <p:nvSpPr>
          <p:cNvPr id="91" name="TextBox 90"/>
          <p:cNvSpPr txBox="1"/>
          <p:nvPr/>
        </p:nvSpPr>
        <p:spPr>
          <a:xfrm>
            <a:off x="4892040" y="4727448"/>
            <a:ext cx="6629400"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Low barriers at the tool layer; high at the production control plane.</a:t>
            </a:r>
            <a:endParaRPr lang="en-US"/>
          </a:p>
        </p:txBody>
      </p:sp>
      <p:sp>
        <p:nvSpPr>
          <p:cNvPr id="92" name="TextBox 91"/>
          <p:cNvSpPr txBox="1"/>
          <p:nvPr/>
        </p:nvSpPr>
        <p:spPr>
          <a:xfrm>
            <a:off x="4892040" y="4974336"/>
            <a:ext cx="3611880" cy="19202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F"/>
                </a:solidFill>
                <a:effectLst/>
                <a:uLnTx/>
                <a:uFillTx/>
                <a:latin typeface="Arial"/>
                <a:ea typeface="+mn-ea"/>
                <a:cs typeface="+mn-cs"/>
              </a:rPr>
              <a:t>05  ·  SUBSTITUTES</a:t>
            </a:r>
            <a:endParaRPr lang="en-US"/>
          </a:p>
        </p:txBody>
      </p:sp>
      <p:sp>
        <p:nvSpPr>
          <p:cNvPr id="93" name="TextBox 92"/>
          <p:cNvSpPr txBox="1"/>
          <p:nvPr/>
        </p:nvSpPr>
        <p:spPr>
          <a:xfrm>
            <a:off x="8641080" y="4965192"/>
            <a:ext cx="2880360" cy="219456"/>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AFAF4"/>
                </a:solidFill>
                <a:effectLst/>
                <a:uLnTx/>
                <a:uFillTx/>
                <a:latin typeface="Arial"/>
                <a:ea typeface="+mn-ea"/>
                <a:cs typeface="+mn-cs"/>
              </a:rPr>
              <a:t>VERY HIGH   5/5</a:t>
            </a:r>
            <a:endParaRPr lang="en-US"/>
          </a:p>
        </p:txBody>
      </p:sp>
      <p:sp>
        <p:nvSpPr>
          <p:cNvPr id="104" name="TextBox 103"/>
          <p:cNvSpPr txBox="1"/>
          <p:nvPr/>
        </p:nvSpPr>
        <p:spPr>
          <a:xfrm>
            <a:off x="4892040" y="5202936"/>
            <a:ext cx="662940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Buyers can use direct Mistral APIs, vLLM self-hosting, LangChain, Ollama, or Mistral via AWS and Azure; modular stacks favor best-of-breed substitution.</a:t>
            </a:r>
            <a:endParaRPr lang="en-US"/>
          </a:p>
        </p:txBody>
      </p:sp>
      <p:sp>
        <p:nvSpPr>
          <p:cNvPr id="106" name="TextBox 105"/>
          <p:cNvSpPr txBox="1"/>
          <p:nvPr/>
        </p:nvSpPr>
        <p:spPr>
          <a:xfrm>
            <a:off x="4892040" y="5550408"/>
            <a:ext cx="6629400"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AFAF4"/>
                </a:solidFill>
                <a:effectLst/>
                <a:uLnTx/>
                <a:uFillTx/>
                <a:latin typeface="Arial"/>
                <a:ea typeface="+mn-ea"/>
                <a:cs typeface="+mn-cs"/>
              </a:rPr>
              <a:t>Developers can run Mistral models without Studio.</a:t>
            </a:r>
            <a:endParaRPr lang="en-US"/>
          </a:p>
        </p:txBody>
      </p:sp>
      <p:sp>
        <p:nvSpPr>
          <p:cNvPr id="107" name="Rectangle 106"/>
          <p:cNvSpPr/>
          <p:nvPr/>
        </p:nvSpPr>
        <p:spPr>
          <a:xfrm>
            <a:off x="4892040" y="2468880"/>
            <a:ext cx="6629400" cy="9144"/>
          </a:xfrm>
          <a:prstGeom prst="rect">
            <a:avLst/>
          </a:prstGeom>
          <a:solidFill>
            <a:srgbClr val="3E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08" name="Rectangle 107"/>
          <p:cNvSpPr/>
          <p:nvPr/>
        </p:nvSpPr>
        <p:spPr>
          <a:xfrm>
            <a:off x="4892040" y="3291840"/>
            <a:ext cx="6629400" cy="9144"/>
          </a:xfrm>
          <a:prstGeom prst="rect">
            <a:avLst/>
          </a:prstGeom>
          <a:solidFill>
            <a:srgbClr val="3E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09" name="Rectangle 108"/>
          <p:cNvSpPr/>
          <p:nvPr/>
        </p:nvSpPr>
        <p:spPr>
          <a:xfrm>
            <a:off x="4892040" y="4114800"/>
            <a:ext cx="6629400" cy="9144"/>
          </a:xfrm>
          <a:prstGeom prst="rect">
            <a:avLst/>
          </a:prstGeom>
          <a:solidFill>
            <a:srgbClr val="3E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10" name="Rectangle 109"/>
          <p:cNvSpPr/>
          <p:nvPr/>
        </p:nvSpPr>
        <p:spPr>
          <a:xfrm>
            <a:off x="4892040" y="4937760"/>
            <a:ext cx="6629400" cy="9144"/>
          </a:xfrm>
          <a:prstGeom prst="rect">
            <a:avLst/>
          </a:prstGeom>
          <a:solidFill>
            <a:srgbClr val="3E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11" name="TextBox 110"/>
          <p:cNvSpPr txBox="1"/>
          <p:nvPr/>
        </p:nvSpPr>
        <p:spPr>
          <a:xfrm>
            <a:off x="658368" y="5852160"/>
            <a:ext cx="1353312" cy="18466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F"/>
                </a:solidFill>
                <a:effectLst/>
                <a:uLnTx/>
                <a:uFillTx/>
                <a:latin typeface="Arial"/>
                <a:ea typeface="+mn-ea"/>
                <a:cs typeface="+mn-cs"/>
              </a:rPr>
              <a:t>PERIMETER</a:t>
            </a:r>
            <a:endParaRPr lang="en-US"/>
          </a:p>
        </p:txBody>
      </p:sp>
      <p:sp>
        <p:nvSpPr>
          <p:cNvPr id="112" name="TextBox 111"/>
          <p:cNvSpPr txBox="1"/>
          <p:nvPr/>
        </p:nvSpPr>
        <p:spPr>
          <a:xfrm>
            <a:off x="2057400" y="5833872"/>
            <a:ext cx="9299448"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Direct rivals: hyperscaler AI platforms  ·  Substitutes: direct APIs, vLLM self-hosting, LangChain, Ollama  ·  Adjacent: LM Studio, Open WebUI</a:t>
            </a:r>
          </a:p>
        </p:txBody>
      </p:sp>
      <p:sp>
        <p:nvSpPr>
          <p:cNvPr id="117" name="TextBox 116"/>
          <p:cNvSpPr txBox="1"/>
          <p:nvPr/>
        </p:nvSpPr>
        <p:spPr>
          <a:xfrm>
            <a:off x="11137392" y="6400800"/>
            <a:ext cx="292608" cy="153888"/>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8A096"/>
                </a:solidFill>
                <a:effectLst/>
                <a:uLnTx/>
                <a:uFillTx/>
                <a:latin typeface="Arial"/>
                <a:ea typeface="+mn-ea"/>
                <a:cs typeface="+mn-cs"/>
              </a:rPr>
              <a:t>11</a:t>
            </a:r>
          </a:p>
        </p:txBody>
      </p:sp>
      <p:sp>
        <p:nvSpPr>
          <p:cNvPr id="118" name="Footer note"/>
          <p:cNvSpPr txBox="1"/>
          <p:nvPr/>
        </p:nvSpPr>
        <p:spPr>
          <a:xfrm>
            <a:off x="566928" y="6400800"/>
            <a:ext cx="10469880" cy="153888"/>
          </a:xfrm>
          <a:prstGeom prst="rect">
            <a:avLst/>
          </a:prstGeom>
          <a:noFill/>
        </p:spPr>
        <p:txBody>
          <a:bodyPr wrap="square" lIns="0" tIns="0" rIns="0" bIns="0" anchor="t">
            <a:spAutoFit/>
          </a:bodyPr>
          <a:lstStyle/>
          <a:p>
            <a:pPr algn="l">
              <a:lnSpc>
                <a:spcPct val="100000"/>
              </a:lnSpc>
              <a:spcBef>
                <a:spcPts val="0"/>
              </a:spcBef>
              <a:spcAft>
                <a:spcPts val="0"/>
              </a:spcAft>
            </a:pPr>
            <a:r>
              <a:rPr lang="en-US" sz="1000" b="0" i="0">
                <a:solidFill>
                  <a:srgbClr val="A8A096"/>
                </a:solidFill>
                <a:latin typeface="Arial"/>
              </a:rPr>
              <a:t>Ratings are a reconciled qualitative assessment for the Studio unit of analysis, not a benchmarked score.</a:t>
            </a:r>
            <a:endParaRPr lang="en-US"/>
          </a:p>
        </p:txBody>
      </p:sp>
      <p:graphicFrame>
        <p:nvGraphicFramePr>
          <p:cNvPr id="160" name="Five Forces Radar" descr="Radar chart of Porter’s five forces intensity for Studio: competitive rivalry 5, buyer power 4.5, supplier power 2.5, new entrants 3, substitutes 5 out of 5."/>
          <p:cNvGraphicFramePr/>
          <p:nvPr>
            <p:extLst>
              <p:ext uri="{D42A27DB-BD31-4B8C-83A1-F6EECF244321}">
                <p14:modId xmlns:p14="http://schemas.microsoft.com/office/powerpoint/2010/main" val="265410378"/>
              </p:ext>
            </p:extLst>
          </p:nvPr>
        </p:nvGraphicFramePr>
        <p:xfrm>
          <a:off x="621792" y="1700784"/>
          <a:ext cx="4069080" cy="3767328"/>
        </p:xfrm>
        <a:graphic>
          <a:graphicData uri="http://schemas.openxmlformats.org/drawingml/2006/chart">
            <c:chart xmlns:c="http://schemas.openxmlformats.org/drawingml/2006/chart" xmlns:r="http://schemas.openxmlformats.org/officeDocument/2006/relationships" r:id="rId4"/>
          </a:graphicData>
        </a:graphic>
      </p:graphicFrame>
      <p:sp>
        <p:nvSpPr>
          <p:cNvPr id="161" name="TextBox 161"/>
          <p:cNvSpPr txBox="1"/>
          <p:nvPr/>
        </p:nvSpPr>
        <p:spPr>
          <a:xfrm>
            <a:off x="749808" y="5513832"/>
            <a:ext cx="3886200" cy="153888"/>
          </a:xfrm>
          <a:prstGeom prst="rect">
            <a:avLst/>
          </a:prstGeom>
          <a:noFill/>
        </p:spPr>
        <p:txBody>
          <a:bodyPr wrap="square" lIns="0" tIns="0" rIns="0" bIns="0">
            <a:spAutoFit/>
          </a:bodyPr>
          <a:lstStyle/>
          <a:p>
            <a:pPr marL="0" marR="0" lvl="0" indent="0" algn="l" defTabSz="914400" rtl="0">
              <a:lnSpc>
                <a:spcPct val="100000"/>
              </a:lnSpc>
              <a:buNone/>
            </a:pPr>
            <a:r>
              <a:rPr lang="en-US" sz="1000" b="1" spc="80">
                <a:solidFill>
                  <a:srgbClr val="FA500F"/>
                </a:solidFill>
                <a:latin typeface="Arial"/>
              </a:rPr>
              <a:t>INTENSITY  ·  0 LOW TO 5 VERY HIGH</a:t>
            </a:r>
            <a:endParaRPr lang="en-US"/>
          </a:p>
        </p:txBody>
      </p:sp>
      <p:pic>
        <p:nvPicPr>
          <p:cNvPr id="162" name="Official Mistral header symbol" descr="image.png"/>
          <p:cNvPicPr>
            <a:picLocks noChangeAspect="1"/>
          </p:cNvPicPr>
          <p:nvPr/>
        </p:nvPicPr>
        <p:blipFill>
          <a:blip r:embed="rId3"/>
          <a:stretch>
            <a:fillRect/>
          </a:stretch>
        </p:blipFill>
        <p:spPr>
          <a:xfrm>
            <a:off x="182880" y="182880"/>
            <a:ext cx="228600" cy="1634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1087</TotalTime>
  <Words>3051</Words>
  <Application>Microsoft Office PowerPoint</Application>
  <PresentationFormat>Widescreen</PresentationFormat>
  <Paragraphs>353</Paragraphs>
  <Slides>11</Slides>
  <Notes>11</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11</vt:i4>
      </vt:variant>
    </vt:vector>
  </HeadingPairs>
  <TitlesOfParts>
    <vt:vector size="16" baseType="lpstr">
      <vt:lpstr>Aptos</vt:lpstr>
      <vt:lpstr>Arial</vt:lpstr>
      <vt:lpstr>Office Theme</vt:lpstr>
      <vt:lpstr>1_Office Theme</vt:lpstr>
      <vt:lpstr>2_Office Theme</vt:lpstr>
      <vt:lpstr>AI pays off in controlled production.</vt:lpstr>
      <vt:lpstr>Trust is the adoption bottleneck.</vt:lpstr>
      <vt:lpstr>Control is the enterprise edge.</vt:lpstr>
      <vt:lpstr>Freedom and control win together.</vt:lpstr>
      <vt:lpstr>One trusted record serves both buyers.</vt:lpstr>
      <vt:lpstr>Prove control before scaling demand.</vt:lpstr>
      <vt:lpstr>Sellers win when the proof travels without me.</vt:lpstr>
      <vt:lpstr>Turn every win into reusable proof.</vt:lpstr>
      <vt:lpstr>Scale proof, not traffic.</vt:lpstr>
      <vt:lpstr>Enterprise value sits in the control plane.</vt:lpstr>
      <vt:lpstr>The platform layer is where Mistral is exposed.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ns1="http://purl.org/dc/terms/" xmlns:xsi="http://www.w3.org/2001/XMLSchema-instance">
  <cp:lastModifiedBy>Shivam Singh</cp:lastModifiedBy>
  <cp:revision>29</cp:revision>
  <ns1:created xsi:type="dcterms:W3CDTF">2026-08-15T03:56:10Z</ns1:created>
  <ns1:modified xsi:type="dcterms:W3CDTF">2026-08-16T20:56:18Z</ns1:modified>
  <dc:title>Mistral Studio - Product Marketing Strategy</dc:title>
  <dc:creator>Mistral AI Product Marketing</dc:creator>
  <dc:subject>Product Marketing Strategy and Positioning for Mistral Studio</dc:subject>
  <cp:keywords>mistral-studio, product-marketing-strategy, positioning</cp:keywords>
</cp:coreProperties>
</file>
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66" r:id="rId3"/>
    <p:sldId id="273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39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3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3B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94360" y="41148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MARKET SHIFT  •  MISTRAL STUDIO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94360" y="1078992"/>
            <a:ext cx="5115776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b="1" i="0" dirty="0">
                <a:solidFill>
                  <a:srgbClr val="FFFFFF"/>
                </a:solidFill>
                <a:latin typeface="Arial"/>
              </a:rPr>
              <a:t>From agent prototype to governed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025500"/>
            <a:ext cx="960120" cy="36576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94360" y="6492240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F3B29A"/>
                </a:solidFill>
                <a:latin typeface="Arial"/>
              </a:rPr>
              <a:t>MISTRAL STUDIO  •  NARRATIVE KEYNOTE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1045952" y="645566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5A00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36592"/>
            <a:ext cx="4947488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FFF2EA"/>
                </a:solidFill>
                <a:latin typeface="Arial"/>
              </a:rPr>
              <a:t>Models are abundant. Production confidence is scarce. Mistral Studio is the enterprise agent operating layer that carries agents from BUILD to RUN.</a:t>
            </a:r>
            <a:endParaRPr sz="2700" b="1" i="0" dirty="0">
              <a:solidFill>
                <a:srgbClr val="0E0E0E"/>
              </a:solidFill>
              <a:latin typeface="Ari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B5272D8-05EA-5060-ACBC-B8502A793D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72" r="25559"/>
          <a:stretch>
            <a:fillRect/>
          </a:stretch>
        </p:blipFill>
        <p:spPr>
          <a:xfrm>
            <a:off x="6194249" y="0"/>
            <a:ext cx="59825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94360" y="41148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MISTRAL STUDIO  •  THE AGENT OPERATING LAYER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94360" y="868680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FFFFFF"/>
                </a:solidFill>
                <a:latin typeface="Arial"/>
              </a:rPr>
              <a:t>Trust comes from evaluation +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00200"/>
            <a:ext cx="960120" cy="36576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94360" y="6492240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F3B29A"/>
                </a:solidFill>
                <a:latin typeface="Arial"/>
              </a:rPr>
              <a:t>MISTRAL STUDIO  •  NARRATIVE KEYNOTE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1045952" y="645566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5A00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9904" y="1965960"/>
            <a:ext cx="18288" cy="2880360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5A00"/>
                </a:solidFill>
                <a:latin typeface="Arial"/>
              </a:rPr>
              <a:t>EVALUATE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47091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FFFFFF"/>
                </a:solidFill>
                <a:latin typeface="Arial"/>
              </a:rPr>
              <a:t>Does it perform?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0896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B29A"/>
                </a:solidFill>
                <a:latin typeface="Arial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099816"/>
            <a:ext cx="352044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Works? Task-level evals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658368" y="347472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58368" y="3749039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B29A"/>
                </a:solidFill>
                <a:latin typeface="Arial"/>
              </a:rPr>
              <a:t>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3739896"/>
            <a:ext cx="352044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Still works? Evals on every change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658368" y="411480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58368" y="438912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B29A"/>
                </a:solidFill>
                <a:latin typeface="Arial"/>
              </a:rP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4379976"/>
            <a:ext cx="352044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Efficient? Latency, tokens, spend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75488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8816" y="196596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5A00"/>
                </a:solidFill>
                <a:latin typeface="Arial"/>
              </a:rPr>
              <a:t>GOVERN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47091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FFFFFF"/>
                </a:solidFill>
                <a:latin typeface="Arial"/>
              </a:rPr>
              <a:t>Is it safe to run?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10896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099816"/>
            <a:ext cx="32004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Who can use it? Roles, scopes</a:t>
            </a:r>
            <a:endParaRPr sz="17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28816" y="347472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28816" y="3749039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739896"/>
            <a:ext cx="32004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What happened? Full traces</a:t>
            </a:r>
            <a:endParaRPr sz="17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28816" y="411480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4379976"/>
            <a:ext cx="32004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Where can it run? Any host</a:t>
            </a:r>
            <a:endParaRPr sz="17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28816" y="475488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5230368"/>
            <a:ext cx="10561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5A00"/>
                </a:solidFill>
                <a:latin typeface="Arial"/>
              </a:rPr>
              <a:t>BUILD → EVALUATE → GOVERN → DEPLOY  •  RELIABLE, PORTABLE, CONTROLLED</a:t>
            </a:r>
            <a:endParaRPr lang="en-US" sz="1600" b="1" i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94360" y="41148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ADOPTION PATH  •  CATEGORY POSITION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94360" y="868680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FFFFFF"/>
                </a:solidFill>
                <a:latin typeface="Arial"/>
              </a:rPr>
              <a:t>Prove one workflow. Scale the pattern.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00200"/>
            <a:ext cx="960120" cy="36576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94360" y="6492240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F3B29A"/>
                </a:solidFill>
                <a:latin typeface="Arial"/>
              </a:rPr>
              <a:t>MISTRAL STUDIO  •  NARRATIVE KEYNOTE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1045952" y="645566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5A00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FF5A00"/>
                </a:solidFill>
                <a:latin typeface="Arial"/>
              </a:rPr>
              <a:t>01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658368" y="2578608"/>
            <a:ext cx="2670048" cy="27432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58368" y="2834640"/>
            <a:ext cx="2670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FFFFFF"/>
                </a:solidFill>
                <a:latin typeface="Arial"/>
              </a:rPr>
              <a:t>SELECT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310128"/>
            <a:ext cx="267004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High value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Bounded risk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Clear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659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FF5A00"/>
                </a:solidFill>
                <a:latin typeface="Arial"/>
              </a:rPr>
              <a:t>02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4069080" y="2578608"/>
            <a:ext cx="2670048" cy="27432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069080" y="2834640"/>
            <a:ext cx="2670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FFFFFF"/>
                </a:solidFill>
                <a:latin typeface="Arial"/>
              </a:rPr>
              <a:t>PROVE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4069080" y="3310128"/>
            <a:ext cx="267004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Quality evals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Governance controls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Traces on every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19659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FF5A00"/>
                </a:solidFill>
                <a:latin typeface="Arial"/>
              </a:rPr>
              <a:t>03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7479792" y="2578608"/>
            <a:ext cx="2670048" cy="27432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479792" y="2834640"/>
            <a:ext cx="2670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FFFFFF"/>
                </a:solidFill>
                <a:latin typeface="Arial"/>
              </a:rPr>
              <a:t>SCALE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7479792" y="3310128"/>
            <a:ext cx="267004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Reusable standard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Broader portfolio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One operating layer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58368" y="5230368"/>
            <a:ext cx="10561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5A00"/>
                </a:solidFill>
                <a:latin typeface="Arial"/>
              </a:rPr>
              <a:t>WORKFLOW → STANDARD → PORTFOLIO  •  MISTRAL STUDIO OWNS THE AGENT OPERATING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651</Words>
  <Application>Microsoft Office PowerPoint</Application>
  <PresentationFormat>Widescreen</PresentationFormat>
  <Paragraphs>52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title>Mistral Studio - Category Narrative Keynote</dc:title>
  <dc:subject>Category Narrative Keynote: From Agent Prototype to Governed Production</dc:subject>
  <dc:creator>Shiv, Prospective PMM, Mistral Studio</dc:creator>
  <cp:lastModifiedBy>Shivam Singh</cp:lastModifiedBy>
  <cp:revision>8</cp:revision>
  <ns2:created xsi:type="dcterms:W3CDTF">2026-08-16T18:10:44Z</ns2:created>
  <ns2:modified xsi:type="dcterms:W3CDTF">2026-08-16T21:31:58Z</ns2:modified>
  <cp:keywords>mistral-studio, category-narrative, keynote, governance</cp:keywords>
</cp:coreProperties>
</file>